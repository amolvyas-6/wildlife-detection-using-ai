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Times New Roman Bold" charset="1" panose="02020803070505020304"/>
      <p:regular r:id="rId25"/>
    </p:embeddedFont>
    <p:embeddedFont>
      <p:font typeface="Times New Roman" charset="1" panose="020206030504050203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90294" y="2634327"/>
            <a:ext cx="8743950" cy="689371"/>
            <a:chOff x="0" y="0"/>
            <a:chExt cx="8290560" cy="65362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90560" cy="653626"/>
            </a:xfrm>
            <a:custGeom>
              <a:avLst/>
              <a:gdLst/>
              <a:ahLst/>
              <a:cxnLst/>
              <a:rect r="r" b="b" t="t" l="l"/>
              <a:pathLst>
                <a:path h="653626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53626"/>
                  </a:lnTo>
                  <a:lnTo>
                    <a:pt x="0" y="6536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290560" cy="6822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19"/>
                </a:lnSpc>
              </a:pPr>
              <a:r>
                <a:rPr lang="en-US" sz="3599" b="true">
                  <a:solidFill>
                    <a:srgbClr val="0033C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 SEMESTER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798923" y="4460074"/>
            <a:ext cx="3887903" cy="711026"/>
            <a:chOff x="0" y="0"/>
            <a:chExt cx="3686308" cy="6741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86308" cy="674158"/>
            </a:xfrm>
            <a:custGeom>
              <a:avLst/>
              <a:gdLst/>
              <a:ahLst/>
              <a:cxnLst/>
              <a:rect r="r" b="b" t="t" l="l"/>
              <a:pathLst>
                <a:path h="674158" w="3686308">
                  <a:moveTo>
                    <a:pt x="0" y="0"/>
                  </a:moveTo>
                  <a:lnTo>
                    <a:pt x="3686308" y="0"/>
                  </a:lnTo>
                  <a:lnTo>
                    <a:pt x="3686308" y="674158"/>
                  </a:lnTo>
                  <a:lnTo>
                    <a:pt x="0" y="674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686308" cy="7027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>
                <a:lnSpc>
                  <a:spcPts val="43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090289" y="6094818"/>
            <a:ext cx="8743950" cy="2722624"/>
            <a:chOff x="0" y="0"/>
            <a:chExt cx="8290560" cy="25814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90560" cy="2581451"/>
            </a:xfrm>
            <a:custGeom>
              <a:avLst/>
              <a:gdLst/>
              <a:ahLst/>
              <a:cxnLst/>
              <a:rect r="r" b="b" t="t" l="l"/>
              <a:pathLst>
                <a:path h="2581451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2581451"/>
                  </a:lnTo>
                  <a:lnTo>
                    <a:pt x="0" y="25814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290560" cy="260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Cloud Computing </a:t>
              </a:r>
            </a:p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000099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Theme: SDG-15 Life on Land</a:t>
              </a:r>
            </a:p>
            <a:p>
              <a:pPr algn="ctr">
                <a:lnSpc>
                  <a:spcPts val="5039"/>
                </a:lnSpc>
              </a:pPr>
              <a:r>
                <a:rPr lang="en-US" sz="4199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Cloud-Native Wildlife Detection System: A Microservices Approach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798923" y="5351228"/>
            <a:ext cx="3326683" cy="475699"/>
            <a:chOff x="0" y="0"/>
            <a:chExt cx="3154189" cy="4510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54189" cy="451034"/>
            </a:xfrm>
            <a:custGeom>
              <a:avLst/>
              <a:gdLst/>
              <a:ahLst/>
              <a:cxnLst/>
              <a:rect r="r" b="b" t="t" l="l"/>
              <a:pathLst>
                <a:path h="451034" w="3154189">
                  <a:moveTo>
                    <a:pt x="0" y="0"/>
                  </a:moveTo>
                  <a:lnTo>
                    <a:pt x="3154189" y="0"/>
                  </a:lnTo>
                  <a:lnTo>
                    <a:pt x="3154189" y="451034"/>
                  </a:lnTo>
                  <a:lnTo>
                    <a:pt x="0" y="4510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154189" cy="470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39"/>
                </a:lnSpc>
              </a:pPr>
              <a:r>
                <a:rPr lang="en-US" sz="41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2810199" y="260683"/>
            <a:ext cx="4560189" cy="1599315"/>
          </a:xfrm>
          <a:custGeom>
            <a:avLst/>
            <a:gdLst/>
            <a:ahLst/>
            <a:cxnLst/>
            <a:rect r="r" b="b" t="t" l="l"/>
            <a:pathLst>
              <a:path h="1599315" w="4560189">
                <a:moveTo>
                  <a:pt x="0" y="0"/>
                </a:moveTo>
                <a:lnTo>
                  <a:pt x="4560189" y="0"/>
                </a:lnTo>
                <a:lnTo>
                  <a:pt x="4560189" y="1599315"/>
                </a:lnTo>
                <a:lnTo>
                  <a:pt x="0" y="1599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304" t="-33606" r="-169409" b="-41665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00608" y="3403718"/>
            <a:ext cx="9123312" cy="791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95"/>
              </a:lnSpc>
            </a:pPr>
            <a:r>
              <a:rPr lang="en-US" sz="41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Experiential Learning - ODD 2025-26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895600" y="1554423"/>
          <a:ext cx="12674930" cy="2806154"/>
        </p:xfrm>
        <a:graphic>
          <a:graphicData uri="http://schemas.openxmlformats.org/drawingml/2006/table">
            <a:tbl>
              <a:tblPr/>
              <a:tblGrid>
                <a:gridCol w="4361524"/>
                <a:gridCol w="4096462"/>
                <a:gridCol w="4216943"/>
              </a:tblGrid>
              <a:tr h="7787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37"/>
                        </a:lnSpc>
                        <a:defRPr/>
                      </a:pPr>
                      <a:r>
                        <a:rPr lang="en-US" sz="253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Amol Vyas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43"/>
                        </a:lnSpc>
                        <a:defRPr/>
                      </a:pPr>
                      <a:r>
                        <a:rPr lang="en-US" sz="253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Ayush Aman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43"/>
                        </a:lnSpc>
                        <a:defRPr/>
                      </a:pPr>
                      <a:r>
                        <a:rPr lang="en-US" sz="253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Akshat Gupta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59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1RV23CS032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43"/>
                        </a:lnSpc>
                        <a:defRPr/>
                      </a:pPr>
                      <a:r>
                        <a:rPr lang="en-US" sz="253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1RV23CS059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43"/>
                        </a:lnSpc>
                        <a:defRPr/>
                      </a:pPr>
                      <a:r>
                        <a:rPr lang="en-US" sz="253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1RV23CS027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2181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amolvyas.cs23@rvce.edu.in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3543"/>
                        </a:lnSpc>
                        <a:defRPr/>
                      </a:pPr>
                      <a:r>
                        <a:rPr lang="en-US" sz="253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ayushaman.cs23@rvce.edu.in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43"/>
                        </a:lnSpc>
                        <a:defRPr/>
                      </a:pPr>
                      <a:r>
                        <a:rPr lang="en-US" sz="2531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akshatgupta.cs23@rvce.edu.in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69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6398342" y="6527033"/>
            <a:ext cx="5330808" cy="185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</a:t>
            </a:r>
            <a:r>
              <a:rPr lang="en-US" sz="3000" b="true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 Ramakanth Kumar P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 Computer Science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Engineering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Bengaluru-59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41176" y="5573252"/>
            <a:ext cx="1845140" cy="50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44497" y="565765"/>
            <a:ext cx="3727443" cy="500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465176" y="2215123"/>
            <a:ext cx="12292332" cy="5922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problem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definition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tools and techniques.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outcome.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Conclusion</a:t>
            </a:r>
          </a:p>
          <a:p>
            <a:pPr algn="l" marL="463296" indent="-231648" lvl="1">
              <a:lnSpc>
                <a:spcPts val="4319"/>
              </a:lnSpc>
              <a:buAutoNum type="arabicPeriod" startAt="1"/>
            </a:pPr>
            <a:r>
              <a:rPr lang="en-US" sz="3599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2657032" y="279646"/>
            <a:ext cx="3539487" cy="1222915"/>
          </a:xfrm>
          <a:custGeom>
            <a:avLst/>
            <a:gdLst/>
            <a:ahLst/>
            <a:cxnLst/>
            <a:rect r="r" b="b" t="t" l="l"/>
            <a:pathLst>
              <a:path h="1222915" w="3539487">
                <a:moveTo>
                  <a:pt x="0" y="0"/>
                </a:moveTo>
                <a:lnTo>
                  <a:pt x="3539487" y="0"/>
                </a:lnTo>
                <a:lnTo>
                  <a:pt x="3539487" y="1222916"/>
                </a:lnTo>
                <a:lnTo>
                  <a:pt x="0" y="12229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1106" t="-33606" r="-164694" b="-4166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558570" y="766382"/>
            <a:ext cx="6600825" cy="77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01742" y="259898"/>
            <a:ext cx="10813845" cy="1263864"/>
            <a:chOff x="0" y="0"/>
            <a:chExt cx="10253127" cy="11983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82550" y="0"/>
              <a:ext cx="10335768" cy="1202944"/>
            </a:xfrm>
            <a:custGeom>
              <a:avLst/>
              <a:gdLst/>
              <a:ahLst/>
              <a:cxnLst/>
              <a:rect r="r" b="b" t="t" l="l"/>
              <a:pathLst>
                <a:path h="1202944" w="10335768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53127" cy="1236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351850" y="2364357"/>
            <a:ext cx="6493336" cy="5301522"/>
          </a:xfrm>
          <a:custGeom>
            <a:avLst/>
            <a:gdLst/>
            <a:ahLst/>
            <a:cxnLst/>
            <a:rect r="r" b="b" t="t" l="l"/>
            <a:pathLst>
              <a:path h="5301522" w="6493336">
                <a:moveTo>
                  <a:pt x="0" y="0"/>
                </a:moveTo>
                <a:lnTo>
                  <a:pt x="6493336" y="0"/>
                </a:lnTo>
                <a:lnTo>
                  <a:pt x="6493336" y="5301522"/>
                </a:lnTo>
                <a:lnTo>
                  <a:pt x="0" y="53015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837" t="0" r="-2283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57032" y="8026173"/>
            <a:ext cx="12725104" cy="218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44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</a:t>
            </a:r>
            <a:r>
              <a:rPr lang="en-US" sz="244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 Solution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We propose a Wildlife Detection AI powered by a Microservices Architecture.</a:t>
            </a:r>
          </a:p>
          <a:p>
            <a:pPr algn="l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 user interface is cleanly separated from all intensive computation..</a:t>
            </a:r>
          </a:p>
          <a:p>
            <a:pPr algn="l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MinIO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used as a scalable object storage layer for images and results.</a:t>
            </a:r>
          </a:p>
          <a:p>
            <a:pPr algn="l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RabbitMQ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manages asynchronous task queuing, allowing the system to stay stable and responsive even under heavy load.</a:t>
            </a:r>
          </a:p>
          <a:p>
            <a:pPr algn="l">
              <a:lnSpc>
                <a:spcPts val="293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286000" y="2345307"/>
            <a:ext cx="6945223" cy="580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</a:t>
            </a: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ontext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Biodiversity monitoring is essenti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 for c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nserva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efforts and aligns strongly with SDG 15. Field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esearchers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 massive amo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unt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 of imag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 and vi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deo through camera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traps,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drones, and s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ensor netw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orks.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Processing this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volume of data quickly and accurately is becoming increasingly difficult with conventional systems.</a:t>
            </a:r>
          </a:p>
          <a:p>
            <a:pPr algn="just">
              <a:lnSpc>
                <a:spcPts val="2936"/>
              </a:lnSpc>
            </a:pPr>
          </a:p>
          <a:p>
            <a:pPr algn="just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Shift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Traditional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nol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thic ap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tion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struggl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to handle sudden bursts of uploads or large-sc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processing work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ads. Wh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usands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rrive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at once, these systems s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 down, b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ecome unre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sponsive, or fa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il comp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tely—m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aki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th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 unsuitable for modern, data-heavy workflows.</a:t>
            </a:r>
          </a:p>
          <a:p>
            <a:pPr algn="l">
              <a:lnSpc>
                <a:spcPts val="293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01742" y="259898"/>
            <a:ext cx="10813845" cy="1263864"/>
            <a:chOff x="0" y="0"/>
            <a:chExt cx="10253127" cy="11983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82550" y="0"/>
              <a:ext cx="10335768" cy="1202944"/>
            </a:xfrm>
            <a:custGeom>
              <a:avLst/>
              <a:gdLst/>
              <a:ahLst/>
              <a:cxnLst/>
              <a:rect r="r" b="b" t="t" l="l"/>
              <a:pathLst>
                <a:path h="1202944" w="10335768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53127" cy="1236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Existing System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73222" y="2050405"/>
            <a:ext cx="12941556" cy="580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Ma</a:t>
            </a: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nual SD Card Retrieval:</a:t>
            </a: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r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esearchers still rely on physically collecting SD cards from camera traps. This introduces long delays—sometimes weeks—before the data can even be reviewed or analysed.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Monolithic Architectures:</a:t>
            </a: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existing platforms process images synchronously (upload → wait → result). During heavy usage or bulk uploads, the server slows down, becomes unresponsive, or crashes.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Local Storage Dependency:</a:t>
            </a: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are often stored on a local server’s filesystem, which limits scalability, complicates backup, and increases the risk of data loss.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Lack of Feedback:</a:t>
            </a: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systems act as black boxes. Users have no visibility into processing status, queue position, or system load, making the workflow unpredictable.</a:t>
            </a:r>
          </a:p>
          <a:p>
            <a:pPr algn="just">
              <a:lnSpc>
                <a:spcPts val="293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03883" y="683051"/>
            <a:ext cx="10813845" cy="1263864"/>
            <a:chOff x="0" y="0"/>
            <a:chExt cx="10253127" cy="11983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82550" y="0"/>
              <a:ext cx="10335768" cy="1202944"/>
            </a:xfrm>
            <a:custGeom>
              <a:avLst/>
              <a:gdLst/>
              <a:ahLst/>
              <a:cxnLst/>
              <a:rect r="r" b="b" t="t" l="l"/>
              <a:pathLst>
                <a:path h="1202944" w="10335768">
                  <a:moveTo>
                    <a:pt x="135636" y="0"/>
                  </a:moveTo>
                  <a:lnTo>
                    <a:pt x="161036" y="0"/>
                  </a:lnTo>
                  <a:lnTo>
                    <a:pt x="161036" y="4572"/>
                  </a:lnTo>
                  <a:lnTo>
                    <a:pt x="135636" y="4572"/>
                  </a:lnTo>
                  <a:close/>
                  <a:moveTo>
                    <a:pt x="186436" y="4572"/>
                  </a:moveTo>
                  <a:lnTo>
                    <a:pt x="211836" y="4572"/>
                  </a:lnTo>
                  <a:lnTo>
                    <a:pt x="186436" y="4572"/>
                  </a:lnTo>
                  <a:close/>
                  <a:moveTo>
                    <a:pt x="237236" y="4572"/>
                  </a:moveTo>
                  <a:lnTo>
                    <a:pt x="262636" y="4572"/>
                  </a:lnTo>
                  <a:lnTo>
                    <a:pt x="237236" y="4572"/>
                  </a:lnTo>
                  <a:close/>
                  <a:moveTo>
                    <a:pt x="288036" y="4572"/>
                  </a:moveTo>
                  <a:lnTo>
                    <a:pt x="313436" y="4572"/>
                  </a:lnTo>
                  <a:lnTo>
                    <a:pt x="288036" y="4572"/>
                  </a:lnTo>
                  <a:close/>
                  <a:moveTo>
                    <a:pt x="338836" y="4572"/>
                  </a:moveTo>
                  <a:lnTo>
                    <a:pt x="364236" y="4572"/>
                  </a:lnTo>
                  <a:lnTo>
                    <a:pt x="338836" y="4572"/>
                  </a:lnTo>
                  <a:close/>
                  <a:moveTo>
                    <a:pt x="389636" y="4572"/>
                  </a:moveTo>
                  <a:lnTo>
                    <a:pt x="415036" y="4572"/>
                  </a:lnTo>
                  <a:lnTo>
                    <a:pt x="389636" y="4572"/>
                  </a:lnTo>
                  <a:close/>
                  <a:moveTo>
                    <a:pt x="440436" y="4572"/>
                  </a:moveTo>
                  <a:lnTo>
                    <a:pt x="465836" y="4572"/>
                  </a:lnTo>
                  <a:lnTo>
                    <a:pt x="440436" y="4572"/>
                  </a:lnTo>
                  <a:close/>
                  <a:moveTo>
                    <a:pt x="491236" y="4572"/>
                  </a:moveTo>
                  <a:lnTo>
                    <a:pt x="516636" y="4572"/>
                  </a:lnTo>
                  <a:lnTo>
                    <a:pt x="491236" y="4572"/>
                  </a:lnTo>
                  <a:close/>
                  <a:moveTo>
                    <a:pt x="542036" y="4572"/>
                  </a:moveTo>
                  <a:lnTo>
                    <a:pt x="567436" y="4572"/>
                  </a:lnTo>
                  <a:lnTo>
                    <a:pt x="542036" y="4572"/>
                  </a:lnTo>
                  <a:close/>
                  <a:moveTo>
                    <a:pt x="592836" y="4572"/>
                  </a:moveTo>
                  <a:lnTo>
                    <a:pt x="618236" y="4572"/>
                  </a:lnTo>
                  <a:lnTo>
                    <a:pt x="592836" y="4572"/>
                  </a:lnTo>
                  <a:close/>
                  <a:moveTo>
                    <a:pt x="643636" y="4572"/>
                  </a:moveTo>
                  <a:lnTo>
                    <a:pt x="669036" y="4572"/>
                  </a:lnTo>
                  <a:lnTo>
                    <a:pt x="643636" y="4572"/>
                  </a:lnTo>
                  <a:close/>
                  <a:moveTo>
                    <a:pt x="694436" y="4572"/>
                  </a:moveTo>
                  <a:lnTo>
                    <a:pt x="719836" y="4572"/>
                  </a:lnTo>
                  <a:lnTo>
                    <a:pt x="694436" y="4572"/>
                  </a:lnTo>
                  <a:close/>
                  <a:moveTo>
                    <a:pt x="745236" y="4572"/>
                  </a:moveTo>
                  <a:lnTo>
                    <a:pt x="770636" y="4572"/>
                  </a:lnTo>
                  <a:lnTo>
                    <a:pt x="745236" y="4572"/>
                  </a:lnTo>
                  <a:close/>
                  <a:moveTo>
                    <a:pt x="796036" y="4572"/>
                  </a:moveTo>
                  <a:lnTo>
                    <a:pt x="821436" y="4572"/>
                  </a:lnTo>
                  <a:lnTo>
                    <a:pt x="796036" y="4572"/>
                  </a:lnTo>
                  <a:close/>
                  <a:moveTo>
                    <a:pt x="846836" y="4572"/>
                  </a:moveTo>
                  <a:lnTo>
                    <a:pt x="872236" y="4572"/>
                  </a:lnTo>
                  <a:lnTo>
                    <a:pt x="846836" y="4572"/>
                  </a:lnTo>
                  <a:close/>
                  <a:moveTo>
                    <a:pt x="897636" y="4572"/>
                  </a:moveTo>
                  <a:lnTo>
                    <a:pt x="923036" y="4572"/>
                  </a:lnTo>
                  <a:lnTo>
                    <a:pt x="897636" y="4572"/>
                  </a:lnTo>
                  <a:close/>
                  <a:moveTo>
                    <a:pt x="948436" y="4572"/>
                  </a:moveTo>
                  <a:lnTo>
                    <a:pt x="973836" y="4572"/>
                  </a:lnTo>
                  <a:lnTo>
                    <a:pt x="948436" y="4572"/>
                  </a:lnTo>
                  <a:close/>
                  <a:moveTo>
                    <a:pt x="999236" y="4572"/>
                  </a:moveTo>
                  <a:lnTo>
                    <a:pt x="1024636" y="4572"/>
                  </a:lnTo>
                  <a:lnTo>
                    <a:pt x="999236" y="4572"/>
                  </a:lnTo>
                  <a:close/>
                  <a:moveTo>
                    <a:pt x="1050036" y="4572"/>
                  </a:moveTo>
                  <a:lnTo>
                    <a:pt x="1075436" y="4572"/>
                  </a:lnTo>
                  <a:lnTo>
                    <a:pt x="1050036" y="4572"/>
                  </a:lnTo>
                  <a:close/>
                  <a:moveTo>
                    <a:pt x="1100836" y="4572"/>
                  </a:moveTo>
                  <a:lnTo>
                    <a:pt x="1126236" y="4572"/>
                  </a:lnTo>
                  <a:lnTo>
                    <a:pt x="1100836" y="4572"/>
                  </a:lnTo>
                  <a:close/>
                  <a:moveTo>
                    <a:pt x="1151636" y="4572"/>
                  </a:moveTo>
                  <a:lnTo>
                    <a:pt x="1177036" y="4572"/>
                  </a:lnTo>
                  <a:lnTo>
                    <a:pt x="1151636" y="4572"/>
                  </a:lnTo>
                  <a:close/>
                  <a:moveTo>
                    <a:pt x="1202436" y="4572"/>
                  </a:moveTo>
                  <a:lnTo>
                    <a:pt x="1227836" y="4572"/>
                  </a:lnTo>
                  <a:lnTo>
                    <a:pt x="1202436" y="4572"/>
                  </a:lnTo>
                  <a:close/>
                  <a:moveTo>
                    <a:pt x="1253236" y="4572"/>
                  </a:moveTo>
                  <a:lnTo>
                    <a:pt x="1278636" y="4572"/>
                  </a:lnTo>
                  <a:lnTo>
                    <a:pt x="1253236" y="4572"/>
                  </a:lnTo>
                  <a:close/>
                  <a:moveTo>
                    <a:pt x="1304036" y="4572"/>
                  </a:moveTo>
                  <a:lnTo>
                    <a:pt x="1329436" y="4572"/>
                  </a:lnTo>
                  <a:lnTo>
                    <a:pt x="1304036" y="4572"/>
                  </a:lnTo>
                  <a:close/>
                  <a:moveTo>
                    <a:pt x="1354836" y="4572"/>
                  </a:moveTo>
                  <a:lnTo>
                    <a:pt x="1380236" y="4572"/>
                  </a:lnTo>
                  <a:lnTo>
                    <a:pt x="1354836" y="4572"/>
                  </a:lnTo>
                  <a:close/>
                  <a:moveTo>
                    <a:pt x="1405636" y="4572"/>
                  </a:moveTo>
                  <a:lnTo>
                    <a:pt x="1431036" y="4572"/>
                  </a:lnTo>
                  <a:lnTo>
                    <a:pt x="1405636" y="4572"/>
                  </a:lnTo>
                  <a:close/>
                  <a:moveTo>
                    <a:pt x="1456436" y="4572"/>
                  </a:moveTo>
                  <a:lnTo>
                    <a:pt x="1481836" y="4572"/>
                  </a:lnTo>
                  <a:lnTo>
                    <a:pt x="1456436" y="4572"/>
                  </a:lnTo>
                  <a:close/>
                  <a:moveTo>
                    <a:pt x="1507236" y="4572"/>
                  </a:moveTo>
                  <a:lnTo>
                    <a:pt x="1532636" y="4572"/>
                  </a:lnTo>
                  <a:lnTo>
                    <a:pt x="1507236" y="4572"/>
                  </a:lnTo>
                  <a:close/>
                  <a:moveTo>
                    <a:pt x="1558036" y="4572"/>
                  </a:moveTo>
                  <a:lnTo>
                    <a:pt x="1583436" y="4572"/>
                  </a:lnTo>
                  <a:lnTo>
                    <a:pt x="1558036" y="4572"/>
                  </a:lnTo>
                  <a:close/>
                  <a:moveTo>
                    <a:pt x="1608836" y="4572"/>
                  </a:moveTo>
                  <a:lnTo>
                    <a:pt x="1634236" y="4572"/>
                  </a:lnTo>
                  <a:lnTo>
                    <a:pt x="1608836" y="4572"/>
                  </a:lnTo>
                  <a:close/>
                  <a:moveTo>
                    <a:pt x="1659636" y="4572"/>
                  </a:moveTo>
                  <a:lnTo>
                    <a:pt x="1685036" y="4572"/>
                  </a:lnTo>
                  <a:lnTo>
                    <a:pt x="1659636" y="4572"/>
                  </a:lnTo>
                  <a:close/>
                  <a:moveTo>
                    <a:pt x="1710436" y="4572"/>
                  </a:moveTo>
                  <a:lnTo>
                    <a:pt x="1735836" y="4572"/>
                  </a:lnTo>
                  <a:lnTo>
                    <a:pt x="1710436" y="4572"/>
                  </a:lnTo>
                  <a:close/>
                  <a:moveTo>
                    <a:pt x="1761236" y="4572"/>
                  </a:moveTo>
                  <a:lnTo>
                    <a:pt x="1786636" y="4572"/>
                  </a:lnTo>
                  <a:lnTo>
                    <a:pt x="1761236" y="4572"/>
                  </a:lnTo>
                  <a:close/>
                  <a:moveTo>
                    <a:pt x="1812036" y="4572"/>
                  </a:moveTo>
                  <a:lnTo>
                    <a:pt x="1837436" y="4572"/>
                  </a:lnTo>
                  <a:lnTo>
                    <a:pt x="1812036" y="4572"/>
                  </a:lnTo>
                  <a:close/>
                  <a:moveTo>
                    <a:pt x="1862836" y="4572"/>
                  </a:moveTo>
                  <a:lnTo>
                    <a:pt x="1888236" y="4572"/>
                  </a:lnTo>
                  <a:lnTo>
                    <a:pt x="1862836" y="4572"/>
                  </a:lnTo>
                  <a:close/>
                  <a:moveTo>
                    <a:pt x="1913636" y="4572"/>
                  </a:moveTo>
                  <a:lnTo>
                    <a:pt x="1939036" y="4572"/>
                  </a:lnTo>
                  <a:lnTo>
                    <a:pt x="1913636" y="4572"/>
                  </a:lnTo>
                  <a:close/>
                  <a:moveTo>
                    <a:pt x="1964436" y="4572"/>
                  </a:moveTo>
                  <a:lnTo>
                    <a:pt x="1989836" y="4572"/>
                  </a:lnTo>
                  <a:lnTo>
                    <a:pt x="1964436" y="4572"/>
                  </a:lnTo>
                  <a:close/>
                  <a:moveTo>
                    <a:pt x="2015236" y="4572"/>
                  </a:moveTo>
                  <a:lnTo>
                    <a:pt x="2040636" y="4572"/>
                  </a:lnTo>
                  <a:lnTo>
                    <a:pt x="2015236" y="4572"/>
                  </a:lnTo>
                  <a:close/>
                  <a:moveTo>
                    <a:pt x="2066036" y="4572"/>
                  </a:moveTo>
                  <a:lnTo>
                    <a:pt x="2091436" y="4572"/>
                  </a:lnTo>
                  <a:lnTo>
                    <a:pt x="2066036" y="4572"/>
                  </a:lnTo>
                  <a:close/>
                  <a:moveTo>
                    <a:pt x="2116836" y="4572"/>
                  </a:moveTo>
                  <a:lnTo>
                    <a:pt x="2142236" y="4572"/>
                  </a:lnTo>
                  <a:lnTo>
                    <a:pt x="2116836" y="4572"/>
                  </a:lnTo>
                  <a:close/>
                  <a:moveTo>
                    <a:pt x="2167636" y="4572"/>
                  </a:moveTo>
                  <a:lnTo>
                    <a:pt x="2193036" y="4572"/>
                  </a:lnTo>
                  <a:lnTo>
                    <a:pt x="2167636" y="4572"/>
                  </a:lnTo>
                  <a:close/>
                  <a:moveTo>
                    <a:pt x="2218436" y="4572"/>
                  </a:moveTo>
                  <a:lnTo>
                    <a:pt x="2243836" y="4572"/>
                  </a:lnTo>
                  <a:lnTo>
                    <a:pt x="2218436" y="4572"/>
                  </a:lnTo>
                  <a:close/>
                  <a:moveTo>
                    <a:pt x="2269236" y="4572"/>
                  </a:moveTo>
                  <a:lnTo>
                    <a:pt x="2294636" y="4572"/>
                  </a:lnTo>
                  <a:lnTo>
                    <a:pt x="2269236" y="4572"/>
                  </a:lnTo>
                  <a:close/>
                  <a:moveTo>
                    <a:pt x="2320036" y="4572"/>
                  </a:moveTo>
                  <a:lnTo>
                    <a:pt x="2345436" y="4572"/>
                  </a:lnTo>
                  <a:lnTo>
                    <a:pt x="2320036" y="4572"/>
                  </a:lnTo>
                  <a:close/>
                  <a:moveTo>
                    <a:pt x="2370836" y="4572"/>
                  </a:moveTo>
                  <a:lnTo>
                    <a:pt x="2396236" y="4572"/>
                  </a:lnTo>
                  <a:lnTo>
                    <a:pt x="2370836" y="4572"/>
                  </a:lnTo>
                  <a:close/>
                  <a:moveTo>
                    <a:pt x="2421636" y="4572"/>
                  </a:moveTo>
                  <a:lnTo>
                    <a:pt x="2447036" y="4572"/>
                  </a:lnTo>
                  <a:lnTo>
                    <a:pt x="2421636" y="4572"/>
                  </a:lnTo>
                  <a:close/>
                  <a:moveTo>
                    <a:pt x="2472436" y="4572"/>
                  </a:moveTo>
                  <a:lnTo>
                    <a:pt x="2497836" y="4572"/>
                  </a:lnTo>
                  <a:lnTo>
                    <a:pt x="2472436" y="4572"/>
                  </a:lnTo>
                  <a:close/>
                  <a:moveTo>
                    <a:pt x="2523236" y="4572"/>
                  </a:moveTo>
                  <a:lnTo>
                    <a:pt x="2548636" y="4572"/>
                  </a:lnTo>
                  <a:lnTo>
                    <a:pt x="2523236" y="4572"/>
                  </a:lnTo>
                  <a:close/>
                  <a:moveTo>
                    <a:pt x="2574036" y="4572"/>
                  </a:moveTo>
                  <a:lnTo>
                    <a:pt x="2599436" y="4572"/>
                  </a:lnTo>
                  <a:lnTo>
                    <a:pt x="2574036" y="4572"/>
                  </a:lnTo>
                  <a:close/>
                  <a:moveTo>
                    <a:pt x="2624836" y="4572"/>
                  </a:moveTo>
                  <a:lnTo>
                    <a:pt x="2650236" y="4572"/>
                  </a:lnTo>
                  <a:lnTo>
                    <a:pt x="2624836" y="4572"/>
                  </a:lnTo>
                  <a:close/>
                  <a:moveTo>
                    <a:pt x="2675636" y="4572"/>
                  </a:moveTo>
                  <a:lnTo>
                    <a:pt x="2701036" y="4572"/>
                  </a:lnTo>
                  <a:lnTo>
                    <a:pt x="2675636" y="4572"/>
                  </a:lnTo>
                  <a:close/>
                  <a:moveTo>
                    <a:pt x="2726436" y="4572"/>
                  </a:moveTo>
                  <a:lnTo>
                    <a:pt x="2751836" y="4572"/>
                  </a:lnTo>
                  <a:lnTo>
                    <a:pt x="2726436" y="4572"/>
                  </a:lnTo>
                  <a:close/>
                  <a:moveTo>
                    <a:pt x="2777236" y="4572"/>
                  </a:moveTo>
                  <a:lnTo>
                    <a:pt x="2802636" y="4572"/>
                  </a:lnTo>
                  <a:lnTo>
                    <a:pt x="2777236" y="4572"/>
                  </a:lnTo>
                  <a:close/>
                  <a:moveTo>
                    <a:pt x="2828036" y="4572"/>
                  </a:moveTo>
                  <a:lnTo>
                    <a:pt x="2853436" y="4572"/>
                  </a:lnTo>
                  <a:lnTo>
                    <a:pt x="2828036" y="4572"/>
                  </a:lnTo>
                  <a:close/>
                  <a:moveTo>
                    <a:pt x="2878836" y="4572"/>
                  </a:moveTo>
                  <a:lnTo>
                    <a:pt x="2904236" y="4572"/>
                  </a:lnTo>
                  <a:lnTo>
                    <a:pt x="2878836" y="4572"/>
                  </a:lnTo>
                  <a:close/>
                  <a:moveTo>
                    <a:pt x="2929636" y="4572"/>
                  </a:moveTo>
                  <a:lnTo>
                    <a:pt x="2955036" y="4572"/>
                  </a:lnTo>
                  <a:lnTo>
                    <a:pt x="2929636" y="4572"/>
                  </a:lnTo>
                  <a:close/>
                  <a:moveTo>
                    <a:pt x="2980436" y="4572"/>
                  </a:moveTo>
                  <a:lnTo>
                    <a:pt x="3005836" y="4572"/>
                  </a:lnTo>
                  <a:lnTo>
                    <a:pt x="2980436" y="4572"/>
                  </a:lnTo>
                  <a:close/>
                  <a:moveTo>
                    <a:pt x="3031236" y="4572"/>
                  </a:moveTo>
                  <a:lnTo>
                    <a:pt x="3056636" y="4572"/>
                  </a:lnTo>
                  <a:lnTo>
                    <a:pt x="3031236" y="4572"/>
                  </a:lnTo>
                  <a:close/>
                  <a:moveTo>
                    <a:pt x="3082036" y="4572"/>
                  </a:moveTo>
                  <a:lnTo>
                    <a:pt x="3107436" y="4572"/>
                  </a:lnTo>
                  <a:lnTo>
                    <a:pt x="3082036" y="4572"/>
                  </a:lnTo>
                  <a:close/>
                  <a:moveTo>
                    <a:pt x="3132836" y="4572"/>
                  </a:moveTo>
                  <a:lnTo>
                    <a:pt x="3158236" y="4572"/>
                  </a:lnTo>
                  <a:lnTo>
                    <a:pt x="3132836" y="4572"/>
                  </a:lnTo>
                  <a:close/>
                  <a:moveTo>
                    <a:pt x="3183636" y="4572"/>
                  </a:moveTo>
                  <a:lnTo>
                    <a:pt x="3209036" y="4572"/>
                  </a:lnTo>
                  <a:lnTo>
                    <a:pt x="3183636" y="4572"/>
                  </a:lnTo>
                  <a:close/>
                  <a:moveTo>
                    <a:pt x="3234436" y="4572"/>
                  </a:moveTo>
                  <a:lnTo>
                    <a:pt x="3259836" y="4572"/>
                  </a:lnTo>
                  <a:lnTo>
                    <a:pt x="3234436" y="4572"/>
                  </a:lnTo>
                  <a:close/>
                  <a:moveTo>
                    <a:pt x="3285236" y="4572"/>
                  </a:moveTo>
                  <a:lnTo>
                    <a:pt x="3310636" y="4572"/>
                  </a:lnTo>
                  <a:lnTo>
                    <a:pt x="3285236" y="4572"/>
                  </a:lnTo>
                  <a:close/>
                  <a:moveTo>
                    <a:pt x="3336036" y="4572"/>
                  </a:moveTo>
                  <a:lnTo>
                    <a:pt x="3361436" y="4572"/>
                  </a:lnTo>
                  <a:lnTo>
                    <a:pt x="3336036" y="4572"/>
                  </a:lnTo>
                  <a:close/>
                  <a:moveTo>
                    <a:pt x="3386836" y="4572"/>
                  </a:moveTo>
                  <a:lnTo>
                    <a:pt x="3412236" y="4572"/>
                  </a:lnTo>
                  <a:lnTo>
                    <a:pt x="3386836" y="4572"/>
                  </a:lnTo>
                  <a:close/>
                  <a:moveTo>
                    <a:pt x="3437636" y="4572"/>
                  </a:moveTo>
                  <a:lnTo>
                    <a:pt x="3463036" y="4572"/>
                  </a:lnTo>
                  <a:lnTo>
                    <a:pt x="3437636" y="4572"/>
                  </a:lnTo>
                  <a:close/>
                  <a:moveTo>
                    <a:pt x="3488436" y="4572"/>
                  </a:moveTo>
                  <a:lnTo>
                    <a:pt x="3513836" y="4572"/>
                  </a:lnTo>
                  <a:lnTo>
                    <a:pt x="3488436" y="4572"/>
                  </a:lnTo>
                  <a:close/>
                  <a:moveTo>
                    <a:pt x="3539236" y="4572"/>
                  </a:moveTo>
                  <a:lnTo>
                    <a:pt x="3564636" y="4572"/>
                  </a:lnTo>
                  <a:lnTo>
                    <a:pt x="3539236" y="4572"/>
                  </a:lnTo>
                  <a:close/>
                  <a:moveTo>
                    <a:pt x="3590036" y="4572"/>
                  </a:moveTo>
                  <a:lnTo>
                    <a:pt x="3615436" y="4572"/>
                  </a:lnTo>
                  <a:lnTo>
                    <a:pt x="3590036" y="4572"/>
                  </a:lnTo>
                  <a:close/>
                  <a:moveTo>
                    <a:pt x="3640836" y="4572"/>
                  </a:moveTo>
                  <a:lnTo>
                    <a:pt x="3666236" y="4572"/>
                  </a:lnTo>
                  <a:lnTo>
                    <a:pt x="3640836" y="4572"/>
                  </a:lnTo>
                  <a:close/>
                  <a:moveTo>
                    <a:pt x="3691636" y="4572"/>
                  </a:moveTo>
                  <a:lnTo>
                    <a:pt x="3717036" y="4572"/>
                  </a:lnTo>
                  <a:lnTo>
                    <a:pt x="3691636" y="4572"/>
                  </a:lnTo>
                  <a:close/>
                  <a:moveTo>
                    <a:pt x="3742436" y="4572"/>
                  </a:moveTo>
                  <a:lnTo>
                    <a:pt x="3767836" y="4572"/>
                  </a:lnTo>
                  <a:lnTo>
                    <a:pt x="3742436" y="4572"/>
                  </a:lnTo>
                  <a:close/>
                  <a:moveTo>
                    <a:pt x="3793236" y="4572"/>
                  </a:moveTo>
                  <a:lnTo>
                    <a:pt x="3818636" y="4572"/>
                  </a:lnTo>
                  <a:lnTo>
                    <a:pt x="3793236" y="4572"/>
                  </a:lnTo>
                  <a:close/>
                  <a:moveTo>
                    <a:pt x="3844036" y="4572"/>
                  </a:moveTo>
                  <a:lnTo>
                    <a:pt x="3869436" y="4572"/>
                  </a:lnTo>
                  <a:lnTo>
                    <a:pt x="3844036" y="4572"/>
                  </a:lnTo>
                  <a:close/>
                  <a:moveTo>
                    <a:pt x="3894836" y="4572"/>
                  </a:moveTo>
                  <a:lnTo>
                    <a:pt x="3920236" y="4572"/>
                  </a:lnTo>
                  <a:lnTo>
                    <a:pt x="3894836" y="4572"/>
                  </a:lnTo>
                  <a:close/>
                  <a:moveTo>
                    <a:pt x="3945636" y="4572"/>
                  </a:moveTo>
                  <a:lnTo>
                    <a:pt x="3971036" y="4572"/>
                  </a:lnTo>
                  <a:lnTo>
                    <a:pt x="3945636" y="4572"/>
                  </a:lnTo>
                  <a:close/>
                  <a:moveTo>
                    <a:pt x="3996436" y="4572"/>
                  </a:moveTo>
                  <a:lnTo>
                    <a:pt x="4021836" y="4572"/>
                  </a:lnTo>
                  <a:lnTo>
                    <a:pt x="3996436" y="4572"/>
                  </a:lnTo>
                  <a:close/>
                  <a:moveTo>
                    <a:pt x="4047236" y="4572"/>
                  </a:moveTo>
                  <a:lnTo>
                    <a:pt x="4072636" y="4572"/>
                  </a:lnTo>
                  <a:lnTo>
                    <a:pt x="4047236" y="4572"/>
                  </a:lnTo>
                  <a:close/>
                  <a:moveTo>
                    <a:pt x="4098036" y="4572"/>
                  </a:moveTo>
                  <a:lnTo>
                    <a:pt x="4123436" y="4572"/>
                  </a:lnTo>
                  <a:lnTo>
                    <a:pt x="4098036" y="4572"/>
                  </a:lnTo>
                  <a:close/>
                  <a:moveTo>
                    <a:pt x="4148836" y="4572"/>
                  </a:moveTo>
                  <a:lnTo>
                    <a:pt x="4174236" y="4572"/>
                  </a:lnTo>
                  <a:lnTo>
                    <a:pt x="4148836" y="4572"/>
                  </a:lnTo>
                  <a:close/>
                  <a:moveTo>
                    <a:pt x="4199636" y="4572"/>
                  </a:moveTo>
                  <a:lnTo>
                    <a:pt x="4225036" y="4572"/>
                  </a:lnTo>
                  <a:lnTo>
                    <a:pt x="4199636" y="4572"/>
                  </a:lnTo>
                  <a:close/>
                  <a:moveTo>
                    <a:pt x="4250436" y="4572"/>
                  </a:moveTo>
                  <a:lnTo>
                    <a:pt x="4275836" y="4572"/>
                  </a:lnTo>
                  <a:lnTo>
                    <a:pt x="4250436" y="4572"/>
                  </a:lnTo>
                  <a:close/>
                  <a:moveTo>
                    <a:pt x="4301236" y="4572"/>
                  </a:moveTo>
                  <a:lnTo>
                    <a:pt x="4326636" y="4572"/>
                  </a:lnTo>
                  <a:lnTo>
                    <a:pt x="4301236" y="4572"/>
                  </a:lnTo>
                  <a:close/>
                  <a:moveTo>
                    <a:pt x="4352036" y="4572"/>
                  </a:moveTo>
                  <a:lnTo>
                    <a:pt x="4377436" y="4572"/>
                  </a:lnTo>
                  <a:lnTo>
                    <a:pt x="4352036" y="4572"/>
                  </a:lnTo>
                  <a:close/>
                  <a:moveTo>
                    <a:pt x="4402836" y="4572"/>
                  </a:moveTo>
                  <a:lnTo>
                    <a:pt x="4428236" y="4572"/>
                  </a:lnTo>
                  <a:lnTo>
                    <a:pt x="4402836" y="4572"/>
                  </a:lnTo>
                  <a:close/>
                  <a:moveTo>
                    <a:pt x="4453636" y="4572"/>
                  </a:moveTo>
                  <a:lnTo>
                    <a:pt x="4479036" y="4572"/>
                  </a:lnTo>
                  <a:lnTo>
                    <a:pt x="4453636" y="4572"/>
                  </a:lnTo>
                  <a:close/>
                  <a:moveTo>
                    <a:pt x="4504436" y="4572"/>
                  </a:moveTo>
                  <a:lnTo>
                    <a:pt x="4529836" y="4572"/>
                  </a:lnTo>
                  <a:lnTo>
                    <a:pt x="4504436" y="4572"/>
                  </a:lnTo>
                  <a:close/>
                  <a:moveTo>
                    <a:pt x="4555236" y="4572"/>
                  </a:moveTo>
                  <a:lnTo>
                    <a:pt x="4580636" y="4572"/>
                  </a:lnTo>
                  <a:lnTo>
                    <a:pt x="4555236" y="4572"/>
                  </a:lnTo>
                  <a:close/>
                  <a:moveTo>
                    <a:pt x="4606036" y="4572"/>
                  </a:moveTo>
                  <a:lnTo>
                    <a:pt x="4631436" y="4572"/>
                  </a:lnTo>
                  <a:lnTo>
                    <a:pt x="4606036" y="4572"/>
                  </a:lnTo>
                  <a:close/>
                  <a:moveTo>
                    <a:pt x="4656836" y="4572"/>
                  </a:moveTo>
                  <a:lnTo>
                    <a:pt x="4682236" y="4572"/>
                  </a:lnTo>
                  <a:lnTo>
                    <a:pt x="4656836" y="4572"/>
                  </a:lnTo>
                  <a:close/>
                  <a:moveTo>
                    <a:pt x="4707636" y="4572"/>
                  </a:moveTo>
                  <a:lnTo>
                    <a:pt x="4733036" y="4572"/>
                  </a:lnTo>
                  <a:lnTo>
                    <a:pt x="4707636" y="4572"/>
                  </a:lnTo>
                  <a:close/>
                  <a:moveTo>
                    <a:pt x="4758436" y="4572"/>
                  </a:moveTo>
                  <a:lnTo>
                    <a:pt x="4783836" y="4572"/>
                  </a:lnTo>
                  <a:lnTo>
                    <a:pt x="4758436" y="4572"/>
                  </a:lnTo>
                  <a:close/>
                  <a:moveTo>
                    <a:pt x="4809236" y="4572"/>
                  </a:moveTo>
                  <a:lnTo>
                    <a:pt x="4834636" y="4572"/>
                  </a:lnTo>
                  <a:lnTo>
                    <a:pt x="4809236" y="4572"/>
                  </a:lnTo>
                  <a:close/>
                  <a:moveTo>
                    <a:pt x="4860036" y="4572"/>
                  </a:moveTo>
                  <a:lnTo>
                    <a:pt x="4885436" y="4572"/>
                  </a:lnTo>
                  <a:lnTo>
                    <a:pt x="4860036" y="4572"/>
                  </a:lnTo>
                  <a:close/>
                  <a:moveTo>
                    <a:pt x="4910836" y="4572"/>
                  </a:moveTo>
                  <a:lnTo>
                    <a:pt x="4936236" y="4572"/>
                  </a:lnTo>
                  <a:lnTo>
                    <a:pt x="4910836" y="4572"/>
                  </a:lnTo>
                  <a:close/>
                  <a:moveTo>
                    <a:pt x="4961636" y="4572"/>
                  </a:moveTo>
                  <a:lnTo>
                    <a:pt x="4987036" y="4572"/>
                  </a:lnTo>
                  <a:lnTo>
                    <a:pt x="4961636" y="4572"/>
                  </a:lnTo>
                  <a:close/>
                  <a:moveTo>
                    <a:pt x="5012436" y="4572"/>
                  </a:moveTo>
                  <a:lnTo>
                    <a:pt x="5037836" y="4572"/>
                  </a:lnTo>
                  <a:lnTo>
                    <a:pt x="5012436" y="4572"/>
                  </a:lnTo>
                  <a:close/>
                  <a:moveTo>
                    <a:pt x="5063236" y="4572"/>
                  </a:moveTo>
                  <a:lnTo>
                    <a:pt x="5088636" y="4572"/>
                  </a:lnTo>
                  <a:lnTo>
                    <a:pt x="5063236" y="4572"/>
                  </a:lnTo>
                  <a:close/>
                  <a:moveTo>
                    <a:pt x="5114036" y="4572"/>
                  </a:moveTo>
                  <a:lnTo>
                    <a:pt x="5139436" y="4572"/>
                  </a:lnTo>
                  <a:lnTo>
                    <a:pt x="5114036" y="4572"/>
                  </a:lnTo>
                  <a:close/>
                  <a:moveTo>
                    <a:pt x="5164836" y="4572"/>
                  </a:moveTo>
                  <a:lnTo>
                    <a:pt x="5190236" y="4572"/>
                  </a:lnTo>
                  <a:lnTo>
                    <a:pt x="5164836" y="4572"/>
                  </a:lnTo>
                  <a:close/>
                  <a:moveTo>
                    <a:pt x="5215636" y="4572"/>
                  </a:moveTo>
                  <a:lnTo>
                    <a:pt x="5241036" y="4572"/>
                  </a:lnTo>
                  <a:lnTo>
                    <a:pt x="5215636" y="4572"/>
                  </a:lnTo>
                  <a:close/>
                  <a:moveTo>
                    <a:pt x="5266436" y="4572"/>
                  </a:moveTo>
                  <a:lnTo>
                    <a:pt x="5291836" y="4572"/>
                  </a:lnTo>
                  <a:lnTo>
                    <a:pt x="5266436" y="4572"/>
                  </a:lnTo>
                  <a:close/>
                  <a:moveTo>
                    <a:pt x="5317236" y="4572"/>
                  </a:moveTo>
                  <a:lnTo>
                    <a:pt x="5342636" y="4572"/>
                  </a:lnTo>
                  <a:lnTo>
                    <a:pt x="5317236" y="4572"/>
                  </a:lnTo>
                  <a:close/>
                  <a:moveTo>
                    <a:pt x="5368036" y="4572"/>
                  </a:moveTo>
                  <a:lnTo>
                    <a:pt x="5393436" y="4572"/>
                  </a:lnTo>
                  <a:lnTo>
                    <a:pt x="5368036" y="4572"/>
                  </a:lnTo>
                  <a:close/>
                  <a:moveTo>
                    <a:pt x="5418836" y="4572"/>
                  </a:moveTo>
                  <a:lnTo>
                    <a:pt x="5444236" y="4572"/>
                  </a:lnTo>
                  <a:lnTo>
                    <a:pt x="5418836" y="4572"/>
                  </a:lnTo>
                  <a:close/>
                  <a:moveTo>
                    <a:pt x="5469636" y="4572"/>
                  </a:moveTo>
                  <a:lnTo>
                    <a:pt x="5495036" y="4572"/>
                  </a:lnTo>
                  <a:lnTo>
                    <a:pt x="5469636" y="4572"/>
                  </a:lnTo>
                  <a:close/>
                  <a:moveTo>
                    <a:pt x="5520436" y="4572"/>
                  </a:moveTo>
                  <a:lnTo>
                    <a:pt x="5545836" y="4572"/>
                  </a:lnTo>
                  <a:lnTo>
                    <a:pt x="5520436" y="4572"/>
                  </a:lnTo>
                  <a:close/>
                  <a:moveTo>
                    <a:pt x="5571236" y="4572"/>
                  </a:moveTo>
                  <a:lnTo>
                    <a:pt x="5596636" y="4572"/>
                  </a:lnTo>
                  <a:lnTo>
                    <a:pt x="5571236" y="4572"/>
                  </a:lnTo>
                  <a:close/>
                  <a:moveTo>
                    <a:pt x="5622036" y="4572"/>
                  </a:moveTo>
                  <a:lnTo>
                    <a:pt x="5647436" y="4572"/>
                  </a:lnTo>
                  <a:lnTo>
                    <a:pt x="5622036" y="4572"/>
                  </a:lnTo>
                  <a:close/>
                  <a:moveTo>
                    <a:pt x="5672836" y="4572"/>
                  </a:moveTo>
                  <a:lnTo>
                    <a:pt x="5698236" y="4572"/>
                  </a:lnTo>
                  <a:lnTo>
                    <a:pt x="5672836" y="4572"/>
                  </a:lnTo>
                  <a:close/>
                  <a:moveTo>
                    <a:pt x="5723636" y="4572"/>
                  </a:moveTo>
                  <a:lnTo>
                    <a:pt x="5749036" y="4572"/>
                  </a:lnTo>
                  <a:lnTo>
                    <a:pt x="5723636" y="4572"/>
                  </a:lnTo>
                  <a:close/>
                  <a:moveTo>
                    <a:pt x="5774436" y="4572"/>
                  </a:moveTo>
                  <a:lnTo>
                    <a:pt x="5799836" y="4572"/>
                  </a:lnTo>
                  <a:lnTo>
                    <a:pt x="5774436" y="4572"/>
                  </a:lnTo>
                  <a:close/>
                  <a:moveTo>
                    <a:pt x="5825236" y="4572"/>
                  </a:moveTo>
                  <a:lnTo>
                    <a:pt x="5850636" y="4572"/>
                  </a:lnTo>
                  <a:lnTo>
                    <a:pt x="5825236" y="4572"/>
                  </a:lnTo>
                  <a:close/>
                  <a:moveTo>
                    <a:pt x="5876036" y="4572"/>
                  </a:moveTo>
                  <a:lnTo>
                    <a:pt x="5901436" y="4572"/>
                  </a:lnTo>
                  <a:lnTo>
                    <a:pt x="5876036" y="4572"/>
                  </a:lnTo>
                  <a:close/>
                  <a:moveTo>
                    <a:pt x="5926836" y="4572"/>
                  </a:moveTo>
                  <a:lnTo>
                    <a:pt x="5952236" y="4572"/>
                  </a:lnTo>
                  <a:lnTo>
                    <a:pt x="5926836" y="4572"/>
                  </a:lnTo>
                  <a:close/>
                  <a:moveTo>
                    <a:pt x="5977636" y="4572"/>
                  </a:moveTo>
                  <a:lnTo>
                    <a:pt x="6003036" y="4572"/>
                  </a:lnTo>
                  <a:lnTo>
                    <a:pt x="5977636" y="4572"/>
                  </a:lnTo>
                  <a:close/>
                  <a:moveTo>
                    <a:pt x="6028436" y="4572"/>
                  </a:moveTo>
                  <a:lnTo>
                    <a:pt x="6053836" y="4572"/>
                  </a:lnTo>
                  <a:lnTo>
                    <a:pt x="6028436" y="4572"/>
                  </a:lnTo>
                  <a:close/>
                  <a:moveTo>
                    <a:pt x="6079236" y="4572"/>
                  </a:moveTo>
                  <a:lnTo>
                    <a:pt x="6104636" y="4572"/>
                  </a:lnTo>
                  <a:lnTo>
                    <a:pt x="6079236" y="4572"/>
                  </a:lnTo>
                  <a:close/>
                  <a:moveTo>
                    <a:pt x="6130036" y="4572"/>
                  </a:moveTo>
                  <a:lnTo>
                    <a:pt x="6155436" y="4572"/>
                  </a:lnTo>
                  <a:lnTo>
                    <a:pt x="6130036" y="4572"/>
                  </a:lnTo>
                  <a:close/>
                  <a:moveTo>
                    <a:pt x="6180836" y="4572"/>
                  </a:moveTo>
                  <a:lnTo>
                    <a:pt x="6206236" y="4572"/>
                  </a:lnTo>
                  <a:lnTo>
                    <a:pt x="6180836" y="4572"/>
                  </a:lnTo>
                  <a:close/>
                  <a:moveTo>
                    <a:pt x="6231636" y="4572"/>
                  </a:moveTo>
                  <a:lnTo>
                    <a:pt x="6257036" y="4572"/>
                  </a:lnTo>
                  <a:lnTo>
                    <a:pt x="6231636" y="4572"/>
                  </a:lnTo>
                  <a:close/>
                  <a:moveTo>
                    <a:pt x="6282436" y="4572"/>
                  </a:moveTo>
                  <a:lnTo>
                    <a:pt x="6307836" y="4572"/>
                  </a:lnTo>
                  <a:lnTo>
                    <a:pt x="6282436" y="4572"/>
                  </a:lnTo>
                  <a:close/>
                  <a:moveTo>
                    <a:pt x="6333236" y="4572"/>
                  </a:moveTo>
                  <a:lnTo>
                    <a:pt x="6358636" y="4572"/>
                  </a:lnTo>
                  <a:lnTo>
                    <a:pt x="6333236" y="4572"/>
                  </a:lnTo>
                  <a:close/>
                  <a:moveTo>
                    <a:pt x="6384036" y="4572"/>
                  </a:moveTo>
                  <a:lnTo>
                    <a:pt x="6409436" y="4572"/>
                  </a:lnTo>
                  <a:lnTo>
                    <a:pt x="6384036" y="4572"/>
                  </a:lnTo>
                  <a:close/>
                  <a:moveTo>
                    <a:pt x="6434836" y="4572"/>
                  </a:moveTo>
                  <a:lnTo>
                    <a:pt x="6460236" y="4572"/>
                  </a:lnTo>
                  <a:lnTo>
                    <a:pt x="6434836" y="4572"/>
                  </a:lnTo>
                  <a:close/>
                  <a:moveTo>
                    <a:pt x="6485636" y="4572"/>
                  </a:moveTo>
                  <a:lnTo>
                    <a:pt x="6511036" y="4572"/>
                  </a:lnTo>
                  <a:lnTo>
                    <a:pt x="6485636" y="4572"/>
                  </a:lnTo>
                  <a:close/>
                  <a:moveTo>
                    <a:pt x="6536436" y="4572"/>
                  </a:moveTo>
                  <a:lnTo>
                    <a:pt x="6561836" y="4572"/>
                  </a:lnTo>
                  <a:lnTo>
                    <a:pt x="6536436" y="4572"/>
                  </a:lnTo>
                  <a:close/>
                  <a:moveTo>
                    <a:pt x="6587236" y="4572"/>
                  </a:moveTo>
                  <a:lnTo>
                    <a:pt x="6612636" y="4572"/>
                  </a:lnTo>
                  <a:lnTo>
                    <a:pt x="6587236" y="4572"/>
                  </a:lnTo>
                  <a:close/>
                  <a:moveTo>
                    <a:pt x="6638036" y="4572"/>
                  </a:moveTo>
                  <a:lnTo>
                    <a:pt x="6663436" y="4572"/>
                  </a:lnTo>
                  <a:lnTo>
                    <a:pt x="6638036" y="4572"/>
                  </a:lnTo>
                  <a:close/>
                  <a:moveTo>
                    <a:pt x="6688836" y="4572"/>
                  </a:moveTo>
                  <a:lnTo>
                    <a:pt x="6714236" y="4572"/>
                  </a:lnTo>
                  <a:lnTo>
                    <a:pt x="6688836" y="4572"/>
                  </a:lnTo>
                  <a:close/>
                  <a:moveTo>
                    <a:pt x="6739636" y="4572"/>
                  </a:moveTo>
                  <a:lnTo>
                    <a:pt x="6765036" y="4572"/>
                  </a:lnTo>
                  <a:lnTo>
                    <a:pt x="6739636" y="4572"/>
                  </a:lnTo>
                  <a:close/>
                  <a:moveTo>
                    <a:pt x="6790436" y="4572"/>
                  </a:moveTo>
                  <a:lnTo>
                    <a:pt x="6815836" y="4572"/>
                  </a:lnTo>
                  <a:lnTo>
                    <a:pt x="6790436" y="4572"/>
                  </a:lnTo>
                  <a:close/>
                  <a:moveTo>
                    <a:pt x="6841236" y="4572"/>
                  </a:moveTo>
                  <a:lnTo>
                    <a:pt x="6866636" y="4572"/>
                  </a:lnTo>
                  <a:lnTo>
                    <a:pt x="6841236" y="4572"/>
                  </a:lnTo>
                  <a:close/>
                  <a:moveTo>
                    <a:pt x="6892036" y="4572"/>
                  </a:moveTo>
                  <a:lnTo>
                    <a:pt x="6917436" y="4572"/>
                  </a:lnTo>
                  <a:lnTo>
                    <a:pt x="6892036" y="4572"/>
                  </a:lnTo>
                  <a:close/>
                  <a:moveTo>
                    <a:pt x="6942836" y="4572"/>
                  </a:moveTo>
                  <a:lnTo>
                    <a:pt x="6968236" y="4572"/>
                  </a:lnTo>
                  <a:lnTo>
                    <a:pt x="6942836" y="4572"/>
                  </a:lnTo>
                  <a:close/>
                  <a:moveTo>
                    <a:pt x="6993636" y="4572"/>
                  </a:moveTo>
                  <a:lnTo>
                    <a:pt x="7019036" y="4572"/>
                  </a:lnTo>
                  <a:lnTo>
                    <a:pt x="6993636" y="4572"/>
                  </a:lnTo>
                  <a:close/>
                  <a:moveTo>
                    <a:pt x="7044436" y="4572"/>
                  </a:moveTo>
                  <a:lnTo>
                    <a:pt x="7069836" y="4572"/>
                  </a:lnTo>
                  <a:lnTo>
                    <a:pt x="7044436" y="4572"/>
                  </a:lnTo>
                  <a:close/>
                  <a:moveTo>
                    <a:pt x="7095236" y="4572"/>
                  </a:moveTo>
                  <a:lnTo>
                    <a:pt x="7120636" y="4572"/>
                  </a:lnTo>
                  <a:lnTo>
                    <a:pt x="7095236" y="4572"/>
                  </a:lnTo>
                  <a:close/>
                  <a:moveTo>
                    <a:pt x="7146036" y="4572"/>
                  </a:moveTo>
                  <a:lnTo>
                    <a:pt x="7171436" y="4572"/>
                  </a:lnTo>
                  <a:lnTo>
                    <a:pt x="7146036" y="4572"/>
                  </a:lnTo>
                  <a:close/>
                  <a:moveTo>
                    <a:pt x="7196836" y="4572"/>
                  </a:moveTo>
                  <a:lnTo>
                    <a:pt x="7222236" y="4572"/>
                  </a:lnTo>
                  <a:lnTo>
                    <a:pt x="7196836" y="4572"/>
                  </a:lnTo>
                  <a:close/>
                  <a:moveTo>
                    <a:pt x="7247636" y="4572"/>
                  </a:moveTo>
                  <a:lnTo>
                    <a:pt x="7273036" y="4572"/>
                  </a:lnTo>
                  <a:lnTo>
                    <a:pt x="7247636" y="4572"/>
                  </a:lnTo>
                  <a:close/>
                  <a:moveTo>
                    <a:pt x="7298436" y="4572"/>
                  </a:moveTo>
                  <a:lnTo>
                    <a:pt x="7323836" y="4572"/>
                  </a:lnTo>
                  <a:lnTo>
                    <a:pt x="7298436" y="4572"/>
                  </a:lnTo>
                  <a:close/>
                  <a:moveTo>
                    <a:pt x="7349236" y="4572"/>
                  </a:moveTo>
                  <a:lnTo>
                    <a:pt x="7374636" y="4572"/>
                  </a:lnTo>
                  <a:lnTo>
                    <a:pt x="7349236" y="4572"/>
                  </a:lnTo>
                  <a:close/>
                  <a:moveTo>
                    <a:pt x="7400036" y="4572"/>
                  </a:moveTo>
                  <a:lnTo>
                    <a:pt x="7425436" y="4572"/>
                  </a:lnTo>
                  <a:lnTo>
                    <a:pt x="7400036" y="4572"/>
                  </a:lnTo>
                  <a:close/>
                  <a:moveTo>
                    <a:pt x="7450836" y="4572"/>
                  </a:moveTo>
                  <a:lnTo>
                    <a:pt x="7476236" y="4572"/>
                  </a:lnTo>
                  <a:lnTo>
                    <a:pt x="7450836" y="4572"/>
                  </a:lnTo>
                  <a:close/>
                  <a:moveTo>
                    <a:pt x="7501636" y="4572"/>
                  </a:moveTo>
                  <a:lnTo>
                    <a:pt x="7527036" y="4572"/>
                  </a:lnTo>
                  <a:lnTo>
                    <a:pt x="7501636" y="4572"/>
                  </a:lnTo>
                  <a:close/>
                  <a:moveTo>
                    <a:pt x="7552436" y="4572"/>
                  </a:moveTo>
                  <a:lnTo>
                    <a:pt x="7577836" y="4572"/>
                  </a:lnTo>
                  <a:lnTo>
                    <a:pt x="7552436" y="4572"/>
                  </a:lnTo>
                  <a:close/>
                  <a:moveTo>
                    <a:pt x="7603236" y="4572"/>
                  </a:moveTo>
                  <a:lnTo>
                    <a:pt x="7628636" y="4572"/>
                  </a:lnTo>
                  <a:lnTo>
                    <a:pt x="7603236" y="4572"/>
                  </a:lnTo>
                  <a:close/>
                  <a:moveTo>
                    <a:pt x="7654036" y="4572"/>
                  </a:moveTo>
                  <a:lnTo>
                    <a:pt x="7679436" y="4572"/>
                  </a:lnTo>
                  <a:lnTo>
                    <a:pt x="7654036" y="4572"/>
                  </a:lnTo>
                  <a:close/>
                  <a:moveTo>
                    <a:pt x="7704836" y="4572"/>
                  </a:moveTo>
                  <a:lnTo>
                    <a:pt x="7730236" y="4572"/>
                  </a:lnTo>
                  <a:lnTo>
                    <a:pt x="7704836" y="4572"/>
                  </a:lnTo>
                  <a:close/>
                  <a:moveTo>
                    <a:pt x="7755636" y="4572"/>
                  </a:moveTo>
                  <a:lnTo>
                    <a:pt x="7781036" y="4572"/>
                  </a:lnTo>
                  <a:lnTo>
                    <a:pt x="7755636" y="4572"/>
                  </a:lnTo>
                  <a:close/>
                  <a:moveTo>
                    <a:pt x="7806436" y="4572"/>
                  </a:moveTo>
                  <a:lnTo>
                    <a:pt x="7831836" y="4572"/>
                  </a:lnTo>
                  <a:lnTo>
                    <a:pt x="7806436" y="4572"/>
                  </a:lnTo>
                  <a:close/>
                  <a:moveTo>
                    <a:pt x="7857236" y="4572"/>
                  </a:moveTo>
                  <a:lnTo>
                    <a:pt x="7882636" y="4572"/>
                  </a:lnTo>
                  <a:lnTo>
                    <a:pt x="7857236" y="4572"/>
                  </a:lnTo>
                  <a:close/>
                  <a:moveTo>
                    <a:pt x="7908036" y="4572"/>
                  </a:moveTo>
                  <a:lnTo>
                    <a:pt x="7933436" y="4572"/>
                  </a:lnTo>
                  <a:lnTo>
                    <a:pt x="7908036" y="4572"/>
                  </a:lnTo>
                  <a:close/>
                  <a:moveTo>
                    <a:pt x="7958836" y="4572"/>
                  </a:moveTo>
                  <a:lnTo>
                    <a:pt x="7984236" y="4572"/>
                  </a:lnTo>
                  <a:lnTo>
                    <a:pt x="7958836" y="4572"/>
                  </a:lnTo>
                  <a:close/>
                  <a:moveTo>
                    <a:pt x="8009636" y="4572"/>
                  </a:moveTo>
                  <a:lnTo>
                    <a:pt x="8035036" y="4572"/>
                  </a:lnTo>
                  <a:lnTo>
                    <a:pt x="8009636" y="4572"/>
                  </a:lnTo>
                  <a:close/>
                  <a:moveTo>
                    <a:pt x="8060436" y="4572"/>
                  </a:moveTo>
                  <a:lnTo>
                    <a:pt x="8085836" y="4572"/>
                  </a:lnTo>
                  <a:lnTo>
                    <a:pt x="8060436" y="4572"/>
                  </a:lnTo>
                  <a:close/>
                  <a:moveTo>
                    <a:pt x="8111236" y="4572"/>
                  </a:moveTo>
                  <a:lnTo>
                    <a:pt x="8136636" y="4572"/>
                  </a:lnTo>
                  <a:lnTo>
                    <a:pt x="8111236" y="4572"/>
                  </a:lnTo>
                  <a:close/>
                  <a:moveTo>
                    <a:pt x="8162036" y="4572"/>
                  </a:moveTo>
                  <a:lnTo>
                    <a:pt x="8187436" y="4572"/>
                  </a:lnTo>
                  <a:lnTo>
                    <a:pt x="8162036" y="4572"/>
                  </a:lnTo>
                  <a:close/>
                  <a:moveTo>
                    <a:pt x="8212836" y="4572"/>
                  </a:moveTo>
                  <a:lnTo>
                    <a:pt x="8238236" y="4572"/>
                  </a:lnTo>
                  <a:lnTo>
                    <a:pt x="8212836" y="4572"/>
                  </a:lnTo>
                  <a:close/>
                  <a:moveTo>
                    <a:pt x="8263636" y="4572"/>
                  </a:moveTo>
                  <a:lnTo>
                    <a:pt x="8289036" y="4572"/>
                  </a:lnTo>
                  <a:lnTo>
                    <a:pt x="8263636" y="4572"/>
                  </a:lnTo>
                  <a:close/>
                  <a:moveTo>
                    <a:pt x="8314436" y="4572"/>
                  </a:moveTo>
                  <a:lnTo>
                    <a:pt x="8339836" y="4572"/>
                  </a:lnTo>
                  <a:lnTo>
                    <a:pt x="8314436" y="4572"/>
                  </a:lnTo>
                  <a:close/>
                  <a:moveTo>
                    <a:pt x="8365236" y="4572"/>
                  </a:moveTo>
                  <a:lnTo>
                    <a:pt x="8390636" y="4572"/>
                  </a:lnTo>
                  <a:lnTo>
                    <a:pt x="8365236" y="4572"/>
                  </a:lnTo>
                  <a:close/>
                  <a:moveTo>
                    <a:pt x="8416036" y="4572"/>
                  </a:moveTo>
                  <a:lnTo>
                    <a:pt x="8441436" y="4572"/>
                  </a:lnTo>
                  <a:lnTo>
                    <a:pt x="8416036" y="4572"/>
                  </a:lnTo>
                  <a:close/>
                  <a:moveTo>
                    <a:pt x="8466836" y="4572"/>
                  </a:moveTo>
                  <a:lnTo>
                    <a:pt x="8492236" y="4572"/>
                  </a:lnTo>
                  <a:lnTo>
                    <a:pt x="8466836" y="4572"/>
                  </a:lnTo>
                  <a:close/>
                  <a:moveTo>
                    <a:pt x="8517636" y="4572"/>
                  </a:moveTo>
                  <a:lnTo>
                    <a:pt x="8543036" y="4572"/>
                  </a:lnTo>
                  <a:lnTo>
                    <a:pt x="8517636" y="4572"/>
                  </a:lnTo>
                  <a:close/>
                  <a:moveTo>
                    <a:pt x="8568436" y="4572"/>
                  </a:moveTo>
                  <a:lnTo>
                    <a:pt x="8593836" y="4572"/>
                  </a:lnTo>
                  <a:lnTo>
                    <a:pt x="8568436" y="4572"/>
                  </a:lnTo>
                  <a:close/>
                  <a:moveTo>
                    <a:pt x="8619236" y="4572"/>
                  </a:moveTo>
                  <a:lnTo>
                    <a:pt x="8644636" y="4572"/>
                  </a:lnTo>
                  <a:lnTo>
                    <a:pt x="8619236" y="4572"/>
                  </a:lnTo>
                  <a:close/>
                  <a:moveTo>
                    <a:pt x="8670036" y="4572"/>
                  </a:moveTo>
                  <a:lnTo>
                    <a:pt x="8695436" y="4572"/>
                  </a:lnTo>
                  <a:lnTo>
                    <a:pt x="8670036" y="4572"/>
                  </a:lnTo>
                  <a:close/>
                  <a:moveTo>
                    <a:pt x="8720836" y="4572"/>
                  </a:moveTo>
                  <a:lnTo>
                    <a:pt x="8746236" y="4572"/>
                  </a:lnTo>
                  <a:lnTo>
                    <a:pt x="8720836" y="4572"/>
                  </a:lnTo>
                  <a:close/>
                  <a:moveTo>
                    <a:pt x="8771636" y="4572"/>
                  </a:moveTo>
                  <a:lnTo>
                    <a:pt x="8797036" y="4572"/>
                  </a:lnTo>
                  <a:lnTo>
                    <a:pt x="8771636" y="4572"/>
                  </a:lnTo>
                  <a:close/>
                  <a:moveTo>
                    <a:pt x="8822436" y="4572"/>
                  </a:moveTo>
                  <a:lnTo>
                    <a:pt x="8847836" y="4572"/>
                  </a:lnTo>
                  <a:lnTo>
                    <a:pt x="8822436" y="4572"/>
                  </a:lnTo>
                  <a:close/>
                  <a:moveTo>
                    <a:pt x="8873236" y="4572"/>
                  </a:moveTo>
                  <a:lnTo>
                    <a:pt x="8898636" y="4572"/>
                  </a:lnTo>
                  <a:lnTo>
                    <a:pt x="8873236" y="4572"/>
                  </a:lnTo>
                  <a:close/>
                  <a:moveTo>
                    <a:pt x="8924036" y="4572"/>
                  </a:moveTo>
                  <a:lnTo>
                    <a:pt x="8949436" y="4572"/>
                  </a:lnTo>
                  <a:lnTo>
                    <a:pt x="8924036" y="4572"/>
                  </a:lnTo>
                  <a:close/>
                  <a:moveTo>
                    <a:pt x="8974836" y="4572"/>
                  </a:moveTo>
                  <a:lnTo>
                    <a:pt x="9000236" y="4572"/>
                  </a:lnTo>
                  <a:lnTo>
                    <a:pt x="8974836" y="4572"/>
                  </a:lnTo>
                  <a:close/>
                  <a:moveTo>
                    <a:pt x="9025636" y="4572"/>
                  </a:moveTo>
                  <a:lnTo>
                    <a:pt x="9051036" y="4572"/>
                  </a:lnTo>
                  <a:lnTo>
                    <a:pt x="9025636" y="4572"/>
                  </a:lnTo>
                  <a:close/>
                  <a:moveTo>
                    <a:pt x="9076436" y="4572"/>
                  </a:moveTo>
                  <a:lnTo>
                    <a:pt x="9101836" y="4572"/>
                  </a:lnTo>
                  <a:lnTo>
                    <a:pt x="9076436" y="4572"/>
                  </a:lnTo>
                  <a:close/>
                  <a:moveTo>
                    <a:pt x="9127236" y="4572"/>
                  </a:moveTo>
                  <a:lnTo>
                    <a:pt x="9152636" y="4572"/>
                  </a:lnTo>
                  <a:lnTo>
                    <a:pt x="9127236" y="4572"/>
                  </a:lnTo>
                  <a:close/>
                  <a:moveTo>
                    <a:pt x="9178036" y="4572"/>
                  </a:moveTo>
                  <a:lnTo>
                    <a:pt x="9203436" y="4572"/>
                  </a:lnTo>
                  <a:lnTo>
                    <a:pt x="9178036" y="4572"/>
                  </a:lnTo>
                  <a:close/>
                  <a:moveTo>
                    <a:pt x="9228836" y="4572"/>
                  </a:moveTo>
                  <a:lnTo>
                    <a:pt x="9254236" y="4572"/>
                  </a:lnTo>
                  <a:lnTo>
                    <a:pt x="9228836" y="4572"/>
                  </a:lnTo>
                  <a:close/>
                  <a:moveTo>
                    <a:pt x="9279636" y="4572"/>
                  </a:moveTo>
                  <a:lnTo>
                    <a:pt x="9305036" y="4572"/>
                  </a:lnTo>
                  <a:lnTo>
                    <a:pt x="9279636" y="4572"/>
                  </a:lnTo>
                  <a:close/>
                  <a:moveTo>
                    <a:pt x="9330436" y="4572"/>
                  </a:moveTo>
                  <a:lnTo>
                    <a:pt x="9355836" y="4572"/>
                  </a:lnTo>
                  <a:lnTo>
                    <a:pt x="9330436" y="4572"/>
                  </a:lnTo>
                  <a:close/>
                  <a:moveTo>
                    <a:pt x="9381236" y="4572"/>
                  </a:moveTo>
                  <a:lnTo>
                    <a:pt x="9406636" y="4572"/>
                  </a:lnTo>
                  <a:lnTo>
                    <a:pt x="9381236" y="4572"/>
                  </a:lnTo>
                  <a:close/>
                  <a:moveTo>
                    <a:pt x="9432036" y="4572"/>
                  </a:moveTo>
                  <a:lnTo>
                    <a:pt x="9457436" y="4572"/>
                  </a:lnTo>
                  <a:lnTo>
                    <a:pt x="9432036" y="4572"/>
                  </a:lnTo>
                  <a:close/>
                  <a:moveTo>
                    <a:pt x="9482836" y="4572"/>
                  </a:moveTo>
                  <a:lnTo>
                    <a:pt x="9508236" y="4572"/>
                  </a:lnTo>
                  <a:lnTo>
                    <a:pt x="9482836" y="4572"/>
                  </a:lnTo>
                  <a:close/>
                  <a:moveTo>
                    <a:pt x="9533636" y="4572"/>
                  </a:moveTo>
                  <a:lnTo>
                    <a:pt x="9559036" y="4572"/>
                  </a:lnTo>
                  <a:lnTo>
                    <a:pt x="9533636" y="4572"/>
                  </a:lnTo>
                  <a:close/>
                  <a:moveTo>
                    <a:pt x="9584436" y="4572"/>
                  </a:moveTo>
                  <a:lnTo>
                    <a:pt x="9609836" y="4572"/>
                  </a:lnTo>
                  <a:lnTo>
                    <a:pt x="9584436" y="4572"/>
                  </a:lnTo>
                  <a:close/>
                  <a:moveTo>
                    <a:pt x="9635236" y="4572"/>
                  </a:moveTo>
                  <a:lnTo>
                    <a:pt x="9660636" y="4572"/>
                  </a:lnTo>
                  <a:lnTo>
                    <a:pt x="9635236" y="4572"/>
                  </a:lnTo>
                  <a:close/>
                  <a:moveTo>
                    <a:pt x="9686036" y="4572"/>
                  </a:moveTo>
                  <a:lnTo>
                    <a:pt x="9711436" y="4572"/>
                  </a:lnTo>
                  <a:lnTo>
                    <a:pt x="9686036" y="4572"/>
                  </a:lnTo>
                  <a:close/>
                  <a:moveTo>
                    <a:pt x="9736836" y="4572"/>
                  </a:moveTo>
                  <a:lnTo>
                    <a:pt x="9762236" y="4572"/>
                  </a:lnTo>
                  <a:lnTo>
                    <a:pt x="9736836" y="4572"/>
                  </a:lnTo>
                  <a:close/>
                  <a:moveTo>
                    <a:pt x="9787636" y="4572"/>
                  </a:moveTo>
                  <a:lnTo>
                    <a:pt x="9813036" y="4572"/>
                  </a:lnTo>
                  <a:lnTo>
                    <a:pt x="9787636" y="4572"/>
                  </a:lnTo>
                  <a:close/>
                  <a:moveTo>
                    <a:pt x="9838436" y="4572"/>
                  </a:moveTo>
                  <a:lnTo>
                    <a:pt x="9863836" y="4572"/>
                  </a:lnTo>
                  <a:lnTo>
                    <a:pt x="9838436" y="4572"/>
                  </a:lnTo>
                  <a:close/>
                  <a:moveTo>
                    <a:pt x="9889236" y="4572"/>
                  </a:moveTo>
                  <a:lnTo>
                    <a:pt x="9914636" y="4572"/>
                  </a:lnTo>
                  <a:lnTo>
                    <a:pt x="9889236" y="4572"/>
                  </a:lnTo>
                  <a:close/>
                  <a:moveTo>
                    <a:pt x="9940036" y="4572"/>
                  </a:moveTo>
                  <a:lnTo>
                    <a:pt x="9965436" y="4572"/>
                  </a:lnTo>
                  <a:lnTo>
                    <a:pt x="9940036" y="4572"/>
                  </a:lnTo>
                  <a:close/>
                  <a:moveTo>
                    <a:pt x="9990836" y="4572"/>
                  </a:moveTo>
                  <a:lnTo>
                    <a:pt x="10016236" y="4572"/>
                  </a:lnTo>
                  <a:lnTo>
                    <a:pt x="9990836" y="4572"/>
                  </a:lnTo>
                  <a:close/>
                  <a:moveTo>
                    <a:pt x="10041636" y="4572"/>
                  </a:moveTo>
                  <a:lnTo>
                    <a:pt x="10067036" y="4572"/>
                  </a:lnTo>
                  <a:lnTo>
                    <a:pt x="10041636" y="4572"/>
                  </a:lnTo>
                  <a:close/>
                  <a:moveTo>
                    <a:pt x="10092436" y="4572"/>
                  </a:moveTo>
                  <a:lnTo>
                    <a:pt x="10117836" y="4572"/>
                  </a:lnTo>
                  <a:lnTo>
                    <a:pt x="10092436" y="4572"/>
                  </a:lnTo>
                  <a:close/>
                  <a:moveTo>
                    <a:pt x="10143236" y="4572"/>
                  </a:moveTo>
                  <a:lnTo>
                    <a:pt x="10168636" y="4572"/>
                  </a:lnTo>
                  <a:lnTo>
                    <a:pt x="10143236" y="4572"/>
                  </a:lnTo>
                  <a:close/>
                  <a:moveTo>
                    <a:pt x="10194036" y="4572"/>
                  </a:moveTo>
                  <a:lnTo>
                    <a:pt x="10219436" y="4572"/>
                  </a:lnTo>
                  <a:lnTo>
                    <a:pt x="10194036" y="4572"/>
                  </a:lnTo>
                  <a:close/>
                  <a:moveTo>
                    <a:pt x="10244836" y="4572"/>
                  </a:moveTo>
                  <a:lnTo>
                    <a:pt x="10270236" y="4572"/>
                  </a:lnTo>
                  <a:lnTo>
                    <a:pt x="10244836" y="4572"/>
                  </a:lnTo>
                  <a:close/>
                  <a:moveTo>
                    <a:pt x="10295636" y="4572"/>
                  </a:moveTo>
                  <a:lnTo>
                    <a:pt x="10321036" y="4572"/>
                  </a:lnTo>
                  <a:lnTo>
                    <a:pt x="10295636" y="4572"/>
                  </a:lnTo>
                  <a:close/>
                  <a:moveTo>
                    <a:pt x="10335768" y="19812"/>
                  </a:moveTo>
                  <a:lnTo>
                    <a:pt x="10335768" y="45212"/>
                  </a:lnTo>
                  <a:lnTo>
                    <a:pt x="10331196" y="45212"/>
                  </a:lnTo>
                  <a:lnTo>
                    <a:pt x="10331196" y="19812"/>
                  </a:lnTo>
                  <a:close/>
                  <a:moveTo>
                    <a:pt x="10331196" y="70612"/>
                  </a:moveTo>
                  <a:lnTo>
                    <a:pt x="10331196" y="96012"/>
                  </a:lnTo>
                  <a:lnTo>
                    <a:pt x="10326624" y="96012"/>
                  </a:lnTo>
                  <a:lnTo>
                    <a:pt x="10326624" y="70612"/>
                  </a:lnTo>
                  <a:close/>
                  <a:moveTo>
                    <a:pt x="10326624" y="121412"/>
                  </a:moveTo>
                  <a:lnTo>
                    <a:pt x="10326624" y="146812"/>
                  </a:lnTo>
                  <a:lnTo>
                    <a:pt x="10322052" y="146812"/>
                  </a:lnTo>
                  <a:lnTo>
                    <a:pt x="10322052" y="121412"/>
                  </a:lnTo>
                  <a:close/>
                  <a:moveTo>
                    <a:pt x="10322052" y="172212"/>
                  </a:moveTo>
                  <a:lnTo>
                    <a:pt x="10322052" y="197612"/>
                  </a:lnTo>
                  <a:lnTo>
                    <a:pt x="10317480" y="197612"/>
                  </a:lnTo>
                  <a:lnTo>
                    <a:pt x="10317480" y="172212"/>
                  </a:lnTo>
                  <a:close/>
                  <a:moveTo>
                    <a:pt x="10317480" y="223012"/>
                  </a:moveTo>
                  <a:lnTo>
                    <a:pt x="10317480" y="248412"/>
                  </a:lnTo>
                  <a:lnTo>
                    <a:pt x="10312908" y="248412"/>
                  </a:lnTo>
                  <a:lnTo>
                    <a:pt x="10312908" y="223012"/>
                  </a:lnTo>
                  <a:close/>
                  <a:moveTo>
                    <a:pt x="10312908" y="273812"/>
                  </a:moveTo>
                  <a:lnTo>
                    <a:pt x="10312908" y="299212"/>
                  </a:lnTo>
                  <a:lnTo>
                    <a:pt x="10308336" y="299212"/>
                  </a:lnTo>
                  <a:lnTo>
                    <a:pt x="10308336" y="273812"/>
                  </a:lnTo>
                  <a:close/>
                  <a:moveTo>
                    <a:pt x="10308336" y="324612"/>
                  </a:moveTo>
                  <a:lnTo>
                    <a:pt x="10308336" y="350012"/>
                  </a:lnTo>
                  <a:lnTo>
                    <a:pt x="10303764" y="350012"/>
                  </a:lnTo>
                  <a:lnTo>
                    <a:pt x="10303764" y="324612"/>
                  </a:lnTo>
                  <a:close/>
                  <a:moveTo>
                    <a:pt x="10303764" y="375412"/>
                  </a:moveTo>
                  <a:lnTo>
                    <a:pt x="10303764" y="400812"/>
                  </a:lnTo>
                  <a:lnTo>
                    <a:pt x="10299192" y="400812"/>
                  </a:lnTo>
                  <a:lnTo>
                    <a:pt x="10299192" y="375412"/>
                  </a:lnTo>
                  <a:close/>
                  <a:moveTo>
                    <a:pt x="10299192" y="426212"/>
                  </a:moveTo>
                  <a:lnTo>
                    <a:pt x="10299192" y="451612"/>
                  </a:lnTo>
                  <a:lnTo>
                    <a:pt x="10294620" y="451612"/>
                  </a:lnTo>
                  <a:lnTo>
                    <a:pt x="10294620" y="426212"/>
                  </a:lnTo>
                  <a:close/>
                  <a:moveTo>
                    <a:pt x="10294620" y="477012"/>
                  </a:moveTo>
                  <a:lnTo>
                    <a:pt x="10294620" y="502412"/>
                  </a:lnTo>
                  <a:lnTo>
                    <a:pt x="10290048" y="502412"/>
                  </a:lnTo>
                  <a:lnTo>
                    <a:pt x="10290048" y="477012"/>
                  </a:lnTo>
                  <a:close/>
                  <a:moveTo>
                    <a:pt x="10290048" y="527812"/>
                  </a:moveTo>
                  <a:lnTo>
                    <a:pt x="10290048" y="553212"/>
                  </a:lnTo>
                  <a:lnTo>
                    <a:pt x="10285476" y="553212"/>
                  </a:lnTo>
                  <a:lnTo>
                    <a:pt x="10285476" y="527812"/>
                  </a:lnTo>
                  <a:close/>
                  <a:moveTo>
                    <a:pt x="10285476" y="578612"/>
                  </a:moveTo>
                  <a:lnTo>
                    <a:pt x="10285476" y="604012"/>
                  </a:lnTo>
                  <a:lnTo>
                    <a:pt x="10280904" y="604012"/>
                  </a:lnTo>
                  <a:lnTo>
                    <a:pt x="10280904" y="578612"/>
                  </a:lnTo>
                  <a:close/>
                  <a:moveTo>
                    <a:pt x="10280904" y="629412"/>
                  </a:moveTo>
                  <a:lnTo>
                    <a:pt x="10280904" y="654812"/>
                  </a:lnTo>
                  <a:lnTo>
                    <a:pt x="10276332" y="654812"/>
                  </a:lnTo>
                  <a:lnTo>
                    <a:pt x="10276332" y="629412"/>
                  </a:lnTo>
                  <a:close/>
                  <a:moveTo>
                    <a:pt x="10276332" y="680212"/>
                  </a:moveTo>
                  <a:lnTo>
                    <a:pt x="10276332" y="705612"/>
                  </a:lnTo>
                  <a:lnTo>
                    <a:pt x="10271760" y="705612"/>
                  </a:lnTo>
                  <a:lnTo>
                    <a:pt x="10271760" y="680212"/>
                  </a:lnTo>
                  <a:close/>
                  <a:moveTo>
                    <a:pt x="10271760" y="731012"/>
                  </a:moveTo>
                  <a:lnTo>
                    <a:pt x="10271760" y="756412"/>
                  </a:lnTo>
                  <a:lnTo>
                    <a:pt x="10267188" y="756412"/>
                  </a:lnTo>
                  <a:lnTo>
                    <a:pt x="10267188" y="731012"/>
                  </a:lnTo>
                  <a:close/>
                  <a:moveTo>
                    <a:pt x="10267188" y="781812"/>
                  </a:moveTo>
                  <a:lnTo>
                    <a:pt x="10267188" y="807212"/>
                  </a:lnTo>
                  <a:lnTo>
                    <a:pt x="10262616" y="807212"/>
                  </a:lnTo>
                  <a:lnTo>
                    <a:pt x="10262616" y="781812"/>
                  </a:lnTo>
                  <a:close/>
                  <a:moveTo>
                    <a:pt x="10262616" y="832612"/>
                  </a:moveTo>
                  <a:lnTo>
                    <a:pt x="10262616" y="858012"/>
                  </a:lnTo>
                  <a:lnTo>
                    <a:pt x="10258044" y="858012"/>
                  </a:lnTo>
                  <a:lnTo>
                    <a:pt x="10258044" y="832612"/>
                  </a:lnTo>
                  <a:close/>
                  <a:moveTo>
                    <a:pt x="10258044" y="883412"/>
                  </a:moveTo>
                  <a:lnTo>
                    <a:pt x="10258044" y="908812"/>
                  </a:lnTo>
                  <a:lnTo>
                    <a:pt x="10253472" y="908812"/>
                  </a:lnTo>
                  <a:lnTo>
                    <a:pt x="10253472" y="883412"/>
                  </a:lnTo>
                  <a:close/>
                  <a:moveTo>
                    <a:pt x="10253472" y="934212"/>
                  </a:moveTo>
                  <a:lnTo>
                    <a:pt x="10253472" y="959612"/>
                  </a:lnTo>
                  <a:lnTo>
                    <a:pt x="10248900" y="959612"/>
                  </a:lnTo>
                  <a:lnTo>
                    <a:pt x="10248900" y="934212"/>
                  </a:lnTo>
                  <a:close/>
                  <a:moveTo>
                    <a:pt x="10248900" y="985012"/>
                  </a:moveTo>
                  <a:lnTo>
                    <a:pt x="10248900" y="1010412"/>
                  </a:lnTo>
                  <a:lnTo>
                    <a:pt x="10244328" y="1010412"/>
                  </a:lnTo>
                  <a:lnTo>
                    <a:pt x="10244328" y="985012"/>
                  </a:lnTo>
                  <a:close/>
                  <a:moveTo>
                    <a:pt x="10244328" y="1035812"/>
                  </a:moveTo>
                  <a:lnTo>
                    <a:pt x="10244328" y="1061212"/>
                  </a:lnTo>
                  <a:lnTo>
                    <a:pt x="10239756" y="1061212"/>
                  </a:lnTo>
                  <a:lnTo>
                    <a:pt x="10239756" y="1035812"/>
                  </a:lnTo>
                  <a:close/>
                  <a:moveTo>
                    <a:pt x="10239756" y="1086612"/>
                  </a:moveTo>
                  <a:lnTo>
                    <a:pt x="10239756" y="1112012"/>
                  </a:lnTo>
                  <a:lnTo>
                    <a:pt x="10235184" y="1112012"/>
                  </a:lnTo>
                  <a:lnTo>
                    <a:pt x="10235184" y="1086612"/>
                  </a:lnTo>
                  <a:close/>
                  <a:moveTo>
                    <a:pt x="10235184" y="1137412"/>
                  </a:moveTo>
                  <a:lnTo>
                    <a:pt x="10235184" y="1162812"/>
                  </a:lnTo>
                  <a:lnTo>
                    <a:pt x="10230612" y="1162812"/>
                  </a:lnTo>
                  <a:lnTo>
                    <a:pt x="10230612" y="1137412"/>
                  </a:lnTo>
                  <a:close/>
                  <a:moveTo>
                    <a:pt x="10230612" y="1188212"/>
                  </a:moveTo>
                  <a:lnTo>
                    <a:pt x="10230612" y="1200658"/>
                  </a:lnTo>
                  <a:cubicBezTo>
                    <a:pt x="10230612" y="1201928"/>
                    <a:pt x="10229596" y="1202944"/>
                    <a:pt x="10228326" y="1202944"/>
                  </a:cubicBezTo>
                  <a:lnTo>
                    <a:pt x="10215372" y="1202944"/>
                  </a:lnTo>
                  <a:lnTo>
                    <a:pt x="10215372" y="1193800"/>
                  </a:lnTo>
                  <a:lnTo>
                    <a:pt x="10228326" y="1193800"/>
                  </a:lnTo>
                  <a:lnTo>
                    <a:pt x="10228326" y="1196086"/>
                  </a:lnTo>
                  <a:lnTo>
                    <a:pt x="10226040" y="1196086"/>
                  </a:lnTo>
                  <a:lnTo>
                    <a:pt x="10226040" y="1183640"/>
                  </a:lnTo>
                  <a:close/>
                  <a:moveTo>
                    <a:pt x="10185400" y="1198372"/>
                  </a:moveTo>
                  <a:lnTo>
                    <a:pt x="10160000" y="1198372"/>
                  </a:lnTo>
                  <a:lnTo>
                    <a:pt x="10160000" y="1193800"/>
                  </a:lnTo>
                  <a:lnTo>
                    <a:pt x="10185400" y="1193800"/>
                  </a:lnTo>
                  <a:close/>
                  <a:moveTo>
                    <a:pt x="10134600" y="1193800"/>
                  </a:moveTo>
                  <a:lnTo>
                    <a:pt x="10109200" y="1193800"/>
                  </a:lnTo>
                  <a:lnTo>
                    <a:pt x="10134600" y="1193800"/>
                  </a:lnTo>
                  <a:close/>
                  <a:moveTo>
                    <a:pt x="10083800" y="1193800"/>
                  </a:moveTo>
                  <a:lnTo>
                    <a:pt x="10058400" y="1193800"/>
                  </a:lnTo>
                  <a:lnTo>
                    <a:pt x="10083800" y="1193800"/>
                  </a:lnTo>
                  <a:close/>
                  <a:moveTo>
                    <a:pt x="10033000" y="1193800"/>
                  </a:moveTo>
                  <a:lnTo>
                    <a:pt x="10007600" y="1193800"/>
                  </a:lnTo>
                  <a:lnTo>
                    <a:pt x="10033000" y="1193800"/>
                  </a:lnTo>
                  <a:close/>
                  <a:moveTo>
                    <a:pt x="9982200" y="1193800"/>
                  </a:moveTo>
                  <a:lnTo>
                    <a:pt x="9956800" y="1193800"/>
                  </a:lnTo>
                  <a:lnTo>
                    <a:pt x="9982200" y="1193800"/>
                  </a:lnTo>
                  <a:close/>
                  <a:moveTo>
                    <a:pt x="9931400" y="1193800"/>
                  </a:moveTo>
                  <a:lnTo>
                    <a:pt x="9906000" y="1193800"/>
                  </a:lnTo>
                  <a:lnTo>
                    <a:pt x="9931400" y="1193800"/>
                  </a:lnTo>
                  <a:close/>
                  <a:moveTo>
                    <a:pt x="9880600" y="1193800"/>
                  </a:moveTo>
                  <a:lnTo>
                    <a:pt x="9855200" y="1193800"/>
                  </a:lnTo>
                  <a:lnTo>
                    <a:pt x="9880600" y="1193800"/>
                  </a:lnTo>
                  <a:close/>
                  <a:moveTo>
                    <a:pt x="9829800" y="1193800"/>
                  </a:moveTo>
                  <a:lnTo>
                    <a:pt x="9804400" y="1193800"/>
                  </a:lnTo>
                  <a:lnTo>
                    <a:pt x="9829800" y="1193800"/>
                  </a:lnTo>
                  <a:close/>
                  <a:moveTo>
                    <a:pt x="9779000" y="1193800"/>
                  </a:moveTo>
                  <a:lnTo>
                    <a:pt x="9753600" y="1193800"/>
                  </a:lnTo>
                  <a:lnTo>
                    <a:pt x="9779000" y="1193800"/>
                  </a:lnTo>
                  <a:close/>
                  <a:moveTo>
                    <a:pt x="9728200" y="1193800"/>
                  </a:moveTo>
                  <a:lnTo>
                    <a:pt x="9702800" y="1193800"/>
                  </a:lnTo>
                  <a:lnTo>
                    <a:pt x="9728200" y="1193800"/>
                  </a:lnTo>
                  <a:close/>
                  <a:moveTo>
                    <a:pt x="9677400" y="1193800"/>
                  </a:moveTo>
                  <a:lnTo>
                    <a:pt x="9652000" y="1193800"/>
                  </a:lnTo>
                  <a:lnTo>
                    <a:pt x="9677400" y="1193800"/>
                  </a:lnTo>
                  <a:close/>
                  <a:moveTo>
                    <a:pt x="9626600" y="1193800"/>
                  </a:moveTo>
                  <a:lnTo>
                    <a:pt x="9601200" y="1193800"/>
                  </a:lnTo>
                  <a:lnTo>
                    <a:pt x="9626600" y="1193800"/>
                  </a:lnTo>
                  <a:close/>
                  <a:moveTo>
                    <a:pt x="9575800" y="1193800"/>
                  </a:moveTo>
                  <a:lnTo>
                    <a:pt x="9550400" y="1193800"/>
                  </a:lnTo>
                  <a:lnTo>
                    <a:pt x="9575800" y="1193800"/>
                  </a:lnTo>
                  <a:close/>
                  <a:moveTo>
                    <a:pt x="9525000" y="1193800"/>
                  </a:moveTo>
                  <a:lnTo>
                    <a:pt x="9499600" y="1193800"/>
                  </a:lnTo>
                  <a:lnTo>
                    <a:pt x="9525000" y="1193800"/>
                  </a:lnTo>
                  <a:close/>
                  <a:moveTo>
                    <a:pt x="9474200" y="1193800"/>
                  </a:moveTo>
                  <a:lnTo>
                    <a:pt x="9448800" y="1193800"/>
                  </a:lnTo>
                  <a:lnTo>
                    <a:pt x="9474200" y="1193800"/>
                  </a:lnTo>
                  <a:close/>
                  <a:moveTo>
                    <a:pt x="9423400" y="1193800"/>
                  </a:moveTo>
                  <a:lnTo>
                    <a:pt x="9398000" y="1193800"/>
                  </a:lnTo>
                  <a:lnTo>
                    <a:pt x="9423400" y="1193800"/>
                  </a:lnTo>
                  <a:close/>
                  <a:moveTo>
                    <a:pt x="9372600" y="1193800"/>
                  </a:moveTo>
                  <a:lnTo>
                    <a:pt x="9347200" y="1193800"/>
                  </a:lnTo>
                  <a:lnTo>
                    <a:pt x="9372600" y="1193800"/>
                  </a:lnTo>
                  <a:close/>
                  <a:moveTo>
                    <a:pt x="9321800" y="1193800"/>
                  </a:moveTo>
                  <a:lnTo>
                    <a:pt x="9296400" y="1193800"/>
                  </a:lnTo>
                  <a:lnTo>
                    <a:pt x="9321800" y="1193800"/>
                  </a:lnTo>
                  <a:close/>
                  <a:moveTo>
                    <a:pt x="9271000" y="1193800"/>
                  </a:moveTo>
                  <a:lnTo>
                    <a:pt x="9245600" y="1193800"/>
                  </a:lnTo>
                  <a:lnTo>
                    <a:pt x="9271000" y="1193800"/>
                  </a:lnTo>
                  <a:close/>
                  <a:moveTo>
                    <a:pt x="9220200" y="1193800"/>
                  </a:moveTo>
                  <a:lnTo>
                    <a:pt x="9194800" y="1193800"/>
                  </a:lnTo>
                  <a:lnTo>
                    <a:pt x="9220200" y="1193800"/>
                  </a:lnTo>
                  <a:close/>
                  <a:moveTo>
                    <a:pt x="9169400" y="1193800"/>
                  </a:moveTo>
                  <a:lnTo>
                    <a:pt x="9144000" y="1193800"/>
                  </a:lnTo>
                  <a:lnTo>
                    <a:pt x="9169400" y="1193800"/>
                  </a:lnTo>
                  <a:close/>
                  <a:moveTo>
                    <a:pt x="9118600" y="1193800"/>
                  </a:moveTo>
                  <a:lnTo>
                    <a:pt x="9093200" y="1193800"/>
                  </a:lnTo>
                  <a:lnTo>
                    <a:pt x="9118600" y="1193800"/>
                  </a:lnTo>
                  <a:close/>
                  <a:moveTo>
                    <a:pt x="9067800" y="1193800"/>
                  </a:moveTo>
                  <a:lnTo>
                    <a:pt x="9042400" y="1193800"/>
                  </a:lnTo>
                  <a:lnTo>
                    <a:pt x="9067800" y="1193800"/>
                  </a:lnTo>
                  <a:close/>
                  <a:moveTo>
                    <a:pt x="9017000" y="1193800"/>
                  </a:moveTo>
                  <a:lnTo>
                    <a:pt x="8991600" y="1193800"/>
                  </a:lnTo>
                  <a:lnTo>
                    <a:pt x="9017000" y="1193800"/>
                  </a:lnTo>
                  <a:close/>
                  <a:moveTo>
                    <a:pt x="8966200" y="1193800"/>
                  </a:moveTo>
                  <a:lnTo>
                    <a:pt x="8940800" y="1193800"/>
                  </a:lnTo>
                  <a:lnTo>
                    <a:pt x="8966200" y="1193800"/>
                  </a:lnTo>
                  <a:close/>
                  <a:moveTo>
                    <a:pt x="8915400" y="1193800"/>
                  </a:moveTo>
                  <a:lnTo>
                    <a:pt x="8890000" y="1193800"/>
                  </a:lnTo>
                  <a:lnTo>
                    <a:pt x="8915400" y="1193800"/>
                  </a:lnTo>
                  <a:close/>
                  <a:moveTo>
                    <a:pt x="8864600" y="1193800"/>
                  </a:moveTo>
                  <a:lnTo>
                    <a:pt x="8839200" y="1193800"/>
                  </a:lnTo>
                  <a:lnTo>
                    <a:pt x="8864600" y="1193800"/>
                  </a:lnTo>
                  <a:close/>
                  <a:moveTo>
                    <a:pt x="8813800" y="1193800"/>
                  </a:moveTo>
                  <a:lnTo>
                    <a:pt x="8788400" y="1193800"/>
                  </a:lnTo>
                  <a:lnTo>
                    <a:pt x="8813800" y="1193800"/>
                  </a:lnTo>
                  <a:close/>
                  <a:moveTo>
                    <a:pt x="8763000" y="1193800"/>
                  </a:moveTo>
                  <a:lnTo>
                    <a:pt x="8737600" y="1193800"/>
                  </a:lnTo>
                  <a:lnTo>
                    <a:pt x="8763000" y="1193800"/>
                  </a:lnTo>
                  <a:close/>
                  <a:moveTo>
                    <a:pt x="8712200" y="1193800"/>
                  </a:moveTo>
                  <a:lnTo>
                    <a:pt x="8686800" y="1193800"/>
                  </a:lnTo>
                  <a:lnTo>
                    <a:pt x="8712200" y="1193800"/>
                  </a:lnTo>
                  <a:close/>
                  <a:moveTo>
                    <a:pt x="8661400" y="1193800"/>
                  </a:moveTo>
                  <a:lnTo>
                    <a:pt x="8636000" y="1193800"/>
                  </a:lnTo>
                  <a:lnTo>
                    <a:pt x="8661400" y="1193800"/>
                  </a:lnTo>
                  <a:close/>
                  <a:moveTo>
                    <a:pt x="8610600" y="1193800"/>
                  </a:moveTo>
                  <a:lnTo>
                    <a:pt x="8585200" y="1193800"/>
                  </a:lnTo>
                  <a:lnTo>
                    <a:pt x="8610600" y="1193800"/>
                  </a:lnTo>
                  <a:close/>
                  <a:moveTo>
                    <a:pt x="8559800" y="1193800"/>
                  </a:moveTo>
                  <a:lnTo>
                    <a:pt x="8534400" y="1193800"/>
                  </a:lnTo>
                  <a:lnTo>
                    <a:pt x="8559800" y="1193800"/>
                  </a:lnTo>
                  <a:close/>
                  <a:moveTo>
                    <a:pt x="8509000" y="1193800"/>
                  </a:moveTo>
                  <a:lnTo>
                    <a:pt x="8483600" y="1193800"/>
                  </a:lnTo>
                  <a:lnTo>
                    <a:pt x="8509000" y="1193800"/>
                  </a:lnTo>
                  <a:close/>
                  <a:moveTo>
                    <a:pt x="8458200" y="1193800"/>
                  </a:moveTo>
                  <a:lnTo>
                    <a:pt x="8432800" y="1193800"/>
                  </a:lnTo>
                  <a:lnTo>
                    <a:pt x="8458200" y="1193800"/>
                  </a:lnTo>
                  <a:close/>
                  <a:moveTo>
                    <a:pt x="8407400" y="1193800"/>
                  </a:moveTo>
                  <a:lnTo>
                    <a:pt x="8382000" y="1193800"/>
                  </a:lnTo>
                  <a:lnTo>
                    <a:pt x="8407400" y="1193800"/>
                  </a:lnTo>
                  <a:close/>
                  <a:moveTo>
                    <a:pt x="8356600" y="1193800"/>
                  </a:moveTo>
                  <a:lnTo>
                    <a:pt x="8331200" y="1193800"/>
                  </a:lnTo>
                  <a:lnTo>
                    <a:pt x="8356600" y="1193800"/>
                  </a:lnTo>
                  <a:close/>
                  <a:moveTo>
                    <a:pt x="8305800" y="1193800"/>
                  </a:moveTo>
                  <a:lnTo>
                    <a:pt x="8280400" y="1193800"/>
                  </a:lnTo>
                  <a:lnTo>
                    <a:pt x="8305800" y="1193800"/>
                  </a:lnTo>
                  <a:close/>
                  <a:moveTo>
                    <a:pt x="8255000" y="1193800"/>
                  </a:moveTo>
                  <a:lnTo>
                    <a:pt x="8229600" y="1193800"/>
                  </a:lnTo>
                  <a:lnTo>
                    <a:pt x="8255000" y="1193800"/>
                  </a:lnTo>
                  <a:close/>
                  <a:moveTo>
                    <a:pt x="8204200" y="1193800"/>
                  </a:moveTo>
                  <a:lnTo>
                    <a:pt x="8178800" y="1193800"/>
                  </a:lnTo>
                  <a:lnTo>
                    <a:pt x="8204200" y="1193800"/>
                  </a:lnTo>
                  <a:close/>
                  <a:moveTo>
                    <a:pt x="8153400" y="1193800"/>
                  </a:moveTo>
                  <a:lnTo>
                    <a:pt x="8128000" y="1193800"/>
                  </a:lnTo>
                  <a:lnTo>
                    <a:pt x="8153400" y="1193800"/>
                  </a:lnTo>
                  <a:close/>
                  <a:moveTo>
                    <a:pt x="8102600" y="1193800"/>
                  </a:moveTo>
                  <a:lnTo>
                    <a:pt x="8077200" y="1193800"/>
                  </a:lnTo>
                  <a:lnTo>
                    <a:pt x="8102600" y="1193800"/>
                  </a:lnTo>
                  <a:close/>
                  <a:moveTo>
                    <a:pt x="8051800" y="1193800"/>
                  </a:moveTo>
                  <a:lnTo>
                    <a:pt x="8026400" y="1193800"/>
                  </a:lnTo>
                  <a:lnTo>
                    <a:pt x="8051800" y="1193800"/>
                  </a:lnTo>
                  <a:close/>
                  <a:moveTo>
                    <a:pt x="8001000" y="1193800"/>
                  </a:moveTo>
                  <a:lnTo>
                    <a:pt x="7975600" y="1193800"/>
                  </a:lnTo>
                  <a:lnTo>
                    <a:pt x="8001000" y="1193800"/>
                  </a:lnTo>
                  <a:close/>
                  <a:moveTo>
                    <a:pt x="7950200" y="1193800"/>
                  </a:moveTo>
                  <a:lnTo>
                    <a:pt x="7924800" y="1193800"/>
                  </a:lnTo>
                  <a:lnTo>
                    <a:pt x="7950200" y="1193800"/>
                  </a:lnTo>
                  <a:close/>
                  <a:moveTo>
                    <a:pt x="7899400" y="1193800"/>
                  </a:moveTo>
                  <a:lnTo>
                    <a:pt x="7874000" y="1193800"/>
                  </a:lnTo>
                  <a:lnTo>
                    <a:pt x="7899400" y="1193800"/>
                  </a:lnTo>
                  <a:close/>
                  <a:moveTo>
                    <a:pt x="7848600" y="1193800"/>
                  </a:moveTo>
                  <a:lnTo>
                    <a:pt x="7823200" y="1193800"/>
                  </a:lnTo>
                  <a:lnTo>
                    <a:pt x="7848600" y="1193800"/>
                  </a:lnTo>
                  <a:close/>
                  <a:moveTo>
                    <a:pt x="7797800" y="1193800"/>
                  </a:moveTo>
                  <a:lnTo>
                    <a:pt x="7772400" y="1193800"/>
                  </a:lnTo>
                  <a:lnTo>
                    <a:pt x="7797800" y="1193800"/>
                  </a:lnTo>
                  <a:close/>
                  <a:moveTo>
                    <a:pt x="7747000" y="1193800"/>
                  </a:moveTo>
                  <a:lnTo>
                    <a:pt x="7721600" y="1193800"/>
                  </a:lnTo>
                  <a:lnTo>
                    <a:pt x="7747000" y="1193800"/>
                  </a:lnTo>
                  <a:close/>
                  <a:moveTo>
                    <a:pt x="7696200" y="1193800"/>
                  </a:moveTo>
                  <a:lnTo>
                    <a:pt x="7670800" y="1193800"/>
                  </a:lnTo>
                  <a:lnTo>
                    <a:pt x="7696200" y="1193800"/>
                  </a:lnTo>
                  <a:close/>
                  <a:moveTo>
                    <a:pt x="7645400" y="1193800"/>
                  </a:moveTo>
                  <a:lnTo>
                    <a:pt x="7620000" y="1193800"/>
                  </a:lnTo>
                  <a:lnTo>
                    <a:pt x="7645400" y="1193800"/>
                  </a:lnTo>
                  <a:close/>
                  <a:moveTo>
                    <a:pt x="7594600" y="1193800"/>
                  </a:moveTo>
                  <a:lnTo>
                    <a:pt x="7569200" y="1193800"/>
                  </a:lnTo>
                  <a:lnTo>
                    <a:pt x="7594600" y="1193800"/>
                  </a:lnTo>
                  <a:close/>
                  <a:moveTo>
                    <a:pt x="7543800" y="1193800"/>
                  </a:moveTo>
                  <a:lnTo>
                    <a:pt x="7518400" y="1193800"/>
                  </a:lnTo>
                  <a:lnTo>
                    <a:pt x="7543800" y="1193800"/>
                  </a:lnTo>
                  <a:close/>
                  <a:moveTo>
                    <a:pt x="7493000" y="1193800"/>
                  </a:moveTo>
                  <a:lnTo>
                    <a:pt x="7467600" y="1193800"/>
                  </a:lnTo>
                  <a:lnTo>
                    <a:pt x="7493000" y="1193800"/>
                  </a:lnTo>
                  <a:close/>
                  <a:moveTo>
                    <a:pt x="7442200" y="1193800"/>
                  </a:moveTo>
                  <a:lnTo>
                    <a:pt x="7416800" y="1193800"/>
                  </a:lnTo>
                  <a:lnTo>
                    <a:pt x="7442200" y="1193800"/>
                  </a:lnTo>
                  <a:close/>
                  <a:moveTo>
                    <a:pt x="7391400" y="1193800"/>
                  </a:moveTo>
                  <a:lnTo>
                    <a:pt x="7366000" y="1193800"/>
                  </a:lnTo>
                  <a:lnTo>
                    <a:pt x="7391400" y="1193800"/>
                  </a:lnTo>
                  <a:close/>
                  <a:moveTo>
                    <a:pt x="7340600" y="1193800"/>
                  </a:moveTo>
                  <a:lnTo>
                    <a:pt x="7315200" y="1193800"/>
                  </a:lnTo>
                  <a:lnTo>
                    <a:pt x="7340600" y="1193800"/>
                  </a:lnTo>
                  <a:close/>
                  <a:moveTo>
                    <a:pt x="7289800" y="1193800"/>
                  </a:moveTo>
                  <a:lnTo>
                    <a:pt x="7264400" y="1193800"/>
                  </a:lnTo>
                  <a:lnTo>
                    <a:pt x="7289800" y="1193800"/>
                  </a:lnTo>
                  <a:close/>
                  <a:moveTo>
                    <a:pt x="7239000" y="1193800"/>
                  </a:moveTo>
                  <a:lnTo>
                    <a:pt x="7213600" y="1193800"/>
                  </a:lnTo>
                  <a:lnTo>
                    <a:pt x="7239000" y="1193800"/>
                  </a:lnTo>
                  <a:close/>
                  <a:moveTo>
                    <a:pt x="7188200" y="1193800"/>
                  </a:moveTo>
                  <a:lnTo>
                    <a:pt x="7162800" y="1193800"/>
                  </a:lnTo>
                  <a:lnTo>
                    <a:pt x="7188200" y="1193800"/>
                  </a:lnTo>
                  <a:close/>
                  <a:moveTo>
                    <a:pt x="7137400" y="1193800"/>
                  </a:moveTo>
                  <a:lnTo>
                    <a:pt x="7112000" y="1193800"/>
                  </a:lnTo>
                  <a:lnTo>
                    <a:pt x="7137400" y="1193800"/>
                  </a:lnTo>
                  <a:close/>
                  <a:moveTo>
                    <a:pt x="7086600" y="1193800"/>
                  </a:moveTo>
                  <a:lnTo>
                    <a:pt x="7061200" y="1193800"/>
                  </a:lnTo>
                  <a:lnTo>
                    <a:pt x="7086600" y="1193800"/>
                  </a:lnTo>
                  <a:close/>
                  <a:moveTo>
                    <a:pt x="7035800" y="1193800"/>
                  </a:moveTo>
                  <a:lnTo>
                    <a:pt x="7010400" y="1193800"/>
                  </a:lnTo>
                  <a:lnTo>
                    <a:pt x="7035800" y="1193800"/>
                  </a:lnTo>
                  <a:close/>
                  <a:moveTo>
                    <a:pt x="6985000" y="1193800"/>
                  </a:moveTo>
                  <a:lnTo>
                    <a:pt x="6959600" y="1193800"/>
                  </a:lnTo>
                  <a:lnTo>
                    <a:pt x="6985000" y="1193800"/>
                  </a:lnTo>
                  <a:close/>
                  <a:moveTo>
                    <a:pt x="6934200" y="1193800"/>
                  </a:moveTo>
                  <a:lnTo>
                    <a:pt x="6908800" y="1193800"/>
                  </a:lnTo>
                  <a:lnTo>
                    <a:pt x="6934200" y="1193800"/>
                  </a:lnTo>
                  <a:close/>
                  <a:moveTo>
                    <a:pt x="6883400" y="1193800"/>
                  </a:moveTo>
                  <a:lnTo>
                    <a:pt x="6858000" y="1193800"/>
                  </a:lnTo>
                  <a:lnTo>
                    <a:pt x="6883400" y="1193800"/>
                  </a:lnTo>
                  <a:close/>
                  <a:moveTo>
                    <a:pt x="6832600" y="1193800"/>
                  </a:moveTo>
                  <a:lnTo>
                    <a:pt x="6807200" y="1193800"/>
                  </a:lnTo>
                  <a:lnTo>
                    <a:pt x="6832600" y="1193800"/>
                  </a:lnTo>
                  <a:close/>
                  <a:moveTo>
                    <a:pt x="6781800" y="1193800"/>
                  </a:moveTo>
                  <a:lnTo>
                    <a:pt x="6756400" y="1193800"/>
                  </a:lnTo>
                  <a:lnTo>
                    <a:pt x="6781800" y="1193800"/>
                  </a:lnTo>
                  <a:close/>
                  <a:moveTo>
                    <a:pt x="6731000" y="1193800"/>
                  </a:moveTo>
                  <a:lnTo>
                    <a:pt x="6705600" y="1193800"/>
                  </a:lnTo>
                  <a:lnTo>
                    <a:pt x="6731000" y="1193800"/>
                  </a:lnTo>
                  <a:close/>
                  <a:moveTo>
                    <a:pt x="6680200" y="1193800"/>
                  </a:moveTo>
                  <a:lnTo>
                    <a:pt x="6654800" y="1193800"/>
                  </a:lnTo>
                  <a:lnTo>
                    <a:pt x="6680200" y="1193800"/>
                  </a:lnTo>
                  <a:close/>
                  <a:moveTo>
                    <a:pt x="6629400" y="1193800"/>
                  </a:moveTo>
                  <a:lnTo>
                    <a:pt x="6604000" y="1193800"/>
                  </a:lnTo>
                  <a:lnTo>
                    <a:pt x="6629400" y="1193800"/>
                  </a:lnTo>
                  <a:close/>
                  <a:moveTo>
                    <a:pt x="6578600" y="1193800"/>
                  </a:moveTo>
                  <a:lnTo>
                    <a:pt x="6553200" y="1193800"/>
                  </a:lnTo>
                  <a:lnTo>
                    <a:pt x="6578600" y="1193800"/>
                  </a:lnTo>
                  <a:close/>
                  <a:moveTo>
                    <a:pt x="6527800" y="1193800"/>
                  </a:moveTo>
                  <a:lnTo>
                    <a:pt x="6502400" y="1193800"/>
                  </a:lnTo>
                  <a:lnTo>
                    <a:pt x="6527800" y="1193800"/>
                  </a:lnTo>
                  <a:close/>
                  <a:moveTo>
                    <a:pt x="6477000" y="1193800"/>
                  </a:moveTo>
                  <a:lnTo>
                    <a:pt x="6451600" y="1193800"/>
                  </a:lnTo>
                  <a:lnTo>
                    <a:pt x="6477000" y="1193800"/>
                  </a:lnTo>
                  <a:close/>
                  <a:moveTo>
                    <a:pt x="6426200" y="1193800"/>
                  </a:moveTo>
                  <a:lnTo>
                    <a:pt x="6400800" y="1193800"/>
                  </a:lnTo>
                  <a:lnTo>
                    <a:pt x="6426200" y="1193800"/>
                  </a:lnTo>
                  <a:close/>
                  <a:moveTo>
                    <a:pt x="6375400" y="1193800"/>
                  </a:moveTo>
                  <a:lnTo>
                    <a:pt x="6350000" y="1193800"/>
                  </a:lnTo>
                  <a:lnTo>
                    <a:pt x="6375400" y="1193800"/>
                  </a:lnTo>
                  <a:close/>
                  <a:moveTo>
                    <a:pt x="6324600" y="1193800"/>
                  </a:moveTo>
                  <a:lnTo>
                    <a:pt x="6299200" y="1193800"/>
                  </a:lnTo>
                  <a:lnTo>
                    <a:pt x="6324600" y="1193800"/>
                  </a:lnTo>
                  <a:close/>
                  <a:moveTo>
                    <a:pt x="6273800" y="1193800"/>
                  </a:moveTo>
                  <a:lnTo>
                    <a:pt x="6248400" y="1193800"/>
                  </a:lnTo>
                  <a:lnTo>
                    <a:pt x="6273800" y="1193800"/>
                  </a:lnTo>
                  <a:close/>
                  <a:moveTo>
                    <a:pt x="6223000" y="1193800"/>
                  </a:moveTo>
                  <a:lnTo>
                    <a:pt x="6197600" y="1193800"/>
                  </a:lnTo>
                  <a:lnTo>
                    <a:pt x="6223000" y="1193800"/>
                  </a:lnTo>
                  <a:close/>
                  <a:moveTo>
                    <a:pt x="6172200" y="1193800"/>
                  </a:moveTo>
                  <a:lnTo>
                    <a:pt x="6146800" y="1193800"/>
                  </a:lnTo>
                  <a:lnTo>
                    <a:pt x="6172200" y="1193800"/>
                  </a:lnTo>
                  <a:close/>
                  <a:moveTo>
                    <a:pt x="6121400" y="1193800"/>
                  </a:moveTo>
                  <a:lnTo>
                    <a:pt x="6096000" y="1193800"/>
                  </a:lnTo>
                  <a:lnTo>
                    <a:pt x="6121400" y="1193800"/>
                  </a:lnTo>
                  <a:close/>
                  <a:moveTo>
                    <a:pt x="6070600" y="1193800"/>
                  </a:moveTo>
                  <a:lnTo>
                    <a:pt x="6045200" y="1193800"/>
                  </a:lnTo>
                  <a:lnTo>
                    <a:pt x="6070600" y="1193800"/>
                  </a:lnTo>
                  <a:close/>
                  <a:moveTo>
                    <a:pt x="6019800" y="1193800"/>
                  </a:moveTo>
                  <a:lnTo>
                    <a:pt x="5994400" y="1193800"/>
                  </a:lnTo>
                  <a:lnTo>
                    <a:pt x="6019800" y="1193800"/>
                  </a:lnTo>
                  <a:close/>
                  <a:moveTo>
                    <a:pt x="5969000" y="1193800"/>
                  </a:moveTo>
                  <a:lnTo>
                    <a:pt x="5943600" y="1193800"/>
                  </a:lnTo>
                  <a:lnTo>
                    <a:pt x="5969000" y="1193800"/>
                  </a:lnTo>
                  <a:close/>
                  <a:moveTo>
                    <a:pt x="5918200" y="1193800"/>
                  </a:moveTo>
                  <a:lnTo>
                    <a:pt x="5892800" y="1193800"/>
                  </a:lnTo>
                  <a:lnTo>
                    <a:pt x="5918200" y="1193800"/>
                  </a:lnTo>
                  <a:close/>
                  <a:moveTo>
                    <a:pt x="5867400" y="1193800"/>
                  </a:moveTo>
                  <a:lnTo>
                    <a:pt x="5842000" y="1193800"/>
                  </a:lnTo>
                  <a:lnTo>
                    <a:pt x="5867400" y="1193800"/>
                  </a:lnTo>
                  <a:close/>
                  <a:moveTo>
                    <a:pt x="5816600" y="1193800"/>
                  </a:moveTo>
                  <a:lnTo>
                    <a:pt x="5791200" y="1193800"/>
                  </a:lnTo>
                  <a:lnTo>
                    <a:pt x="5816600" y="1193800"/>
                  </a:lnTo>
                  <a:close/>
                  <a:moveTo>
                    <a:pt x="5765800" y="1193800"/>
                  </a:moveTo>
                  <a:lnTo>
                    <a:pt x="5740400" y="1193800"/>
                  </a:lnTo>
                  <a:lnTo>
                    <a:pt x="5765800" y="1193800"/>
                  </a:lnTo>
                  <a:close/>
                  <a:moveTo>
                    <a:pt x="5715000" y="1193800"/>
                  </a:moveTo>
                  <a:lnTo>
                    <a:pt x="5689600" y="1193800"/>
                  </a:lnTo>
                  <a:lnTo>
                    <a:pt x="5715000" y="1193800"/>
                  </a:lnTo>
                  <a:close/>
                  <a:moveTo>
                    <a:pt x="5664200" y="1193800"/>
                  </a:moveTo>
                  <a:lnTo>
                    <a:pt x="5638800" y="1193800"/>
                  </a:lnTo>
                  <a:lnTo>
                    <a:pt x="5664200" y="1193800"/>
                  </a:lnTo>
                  <a:close/>
                  <a:moveTo>
                    <a:pt x="5613400" y="1193800"/>
                  </a:moveTo>
                  <a:lnTo>
                    <a:pt x="5588000" y="1193800"/>
                  </a:lnTo>
                  <a:lnTo>
                    <a:pt x="5613400" y="1193800"/>
                  </a:lnTo>
                  <a:close/>
                  <a:moveTo>
                    <a:pt x="5562600" y="1193800"/>
                  </a:moveTo>
                  <a:lnTo>
                    <a:pt x="5537200" y="1193800"/>
                  </a:lnTo>
                  <a:lnTo>
                    <a:pt x="5562600" y="1193800"/>
                  </a:lnTo>
                  <a:close/>
                  <a:moveTo>
                    <a:pt x="5511800" y="1193800"/>
                  </a:moveTo>
                  <a:lnTo>
                    <a:pt x="5486400" y="1193800"/>
                  </a:lnTo>
                  <a:lnTo>
                    <a:pt x="5511800" y="1193800"/>
                  </a:lnTo>
                  <a:close/>
                  <a:moveTo>
                    <a:pt x="5461000" y="1193800"/>
                  </a:moveTo>
                  <a:lnTo>
                    <a:pt x="5435600" y="1193800"/>
                  </a:lnTo>
                  <a:lnTo>
                    <a:pt x="5461000" y="1193800"/>
                  </a:lnTo>
                  <a:close/>
                  <a:moveTo>
                    <a:pt x="5410200" y="1193800"/>
                  </a:moveTo>
                  <a:lnTo>
                    <a:pt x="5384800" y="1193800"/>
                  </a:lnTo>
                  <a:lnTo>
                    <a:pt x="5410200" y="1193800"/>
                  </a:lnTo>
                  <a:close/>
                  <a:moveTo>
                    <a:pt x="5359400" y="1193800"/>
                  </a:moveTo>
                  <a:lnTo>
                    <a:pt x="5334000" y="1193800"/>
                  </a:lnTo>
                  <a:lnTo>
                    <a:pt x="5359400" y="1193800"/>
                  </a:lnTo>
                  <a:close/>
                  <a:moveTo>
                    <a:pt x="5308600" y="1193800"/>
                  </a:moveTo>
                  <a:lnTo>
                    <a:pt x="5283200" y="1193800"/>
                  </a:lnTo>
                  <a:lnTo>
                    <a:pt x="5308600" y="1193800"/>
                  </a:lnTo>
                  <a:close/>
                  <a:moveTo>
                    <a:pt x="5257800" y="1193800"/>
                  </a:moveTo>
                  <a:lnTo>
                    <a:pt x="5232400" y="1193800"/>
                  </a:lnTo>
                  <a:lnTo>
                    <a:pt x="5257800" y="1193800"/>
                  </a:lnTo>
                  <a:close/>
                  <a:moveTo>
                    <a:pt x="5207000" y="1193800"/>
                  </a:moveTo>
                  <a:lnTo>
                    <a:pt x="5181600" y="1193800"/>
                  </a:lnTo>
                  <a:lnTo>
                    <a:pt x="5207000" y="1193800"/>
                  </a:lnTo>
                  <a:close/>
                  <a:moveTo>
                    <a:pt x="5156200" y="1193800"/>
                  </a:moveTo>
                  <a:lnTo>
                    <a:pt x="5130800" y="1193800"/>
                  </a:lnTo>
                  <a:lnTo>
                    <a:pt x="5156200" y="1193800"/>
                  </a:lnTo>
                  <a:close/>
                  <a:moveTo>
                    <a:pt x="5105400" y="1193800"/>
                  </a:moveTo>
                  <a:lnTo>
                    <a:pt x="5080000" y="1193800"/>
                  </a:lnTo>
                  <a:lnTo>
                    <a:pt x="5105400" y="1193800"/>
                  </a:lnTo>
                  <a:close/>
                  <a:moveTo>
                    <a:pt x="5054600" y="1193800"/>
                  </a:moveTo>
                  <a:lnTo>
                    <a:pt x="5029200" y="1193800"/>
                  </a:lnTo>
                  <a:lnTo>
                    <a:pt x="5054600" y="1193800"/>
                  </a:lnTo>
                  <a:close/>
                  <a:moveTo>
                    <a:pt x="5003800" y="1193800"/>
                  </a:moveTo>
                  <a:lnTo>
                    <a:pt x="4978400" y="1193800"/>
                  </a:lnTo>
                  <a:lnTo>
                    <a:pt x="5003800" y="1193800"/>
                  </a:lnTo>
                  <a:close/>
                  <a:moveTo>
                    <a:pt x="4953000" y="1193800"/>
                  </a:moveTo>
                  <a:lnTo>
                    <a:pt x="4927600" y="1193800"/>
                  </a:lnTo>
                  <a:lnTo>
                    <a:pt x="4953000" y="1193800"/>
                  </a:lnTo>
                  <a:close/>
                  <a:moveTo>
                    <a:pt x="4902200" y="1193800"/>
                  </a:moveTo>
                  <a:lnTo>
                    <a:pt x="4876800" y="1193800"/>
                  </a:lnTo>
                  <a:lnTo>
                    <a:pt x="4902200" y="1193800"/>
                  </a:lnTo>
                  <a:close/>
                  <a:moveTo>
                    <a:pt x="4851400" y="1193800"/>
                  </a:moveTo>
                  <a:lnTo>
                    <a:pt x="4826000" y="1193800"/>
                  </a:lnTo>
                  <a:lnTo>
                    <a:pt x="4851400" y="1193800"/>
                  </a:lnTo>
                  <a:close/>
                  <a:moveTo>
                    <a:pt x="4800600" y="1193800"/>
                  </a:moveTo>
                  <a:lnTo>
                    <a:pt x="4775200" y="1193800"/>
                  </a:lnTo>
                  <a:lnTo>
                    <a:pt x="4800600" y="1193800"/>
                  </a:lnTo>
                  <a:close/>
                  <a:moveTo>
                    <a:pt x="4749800" y="1193800"/>
                  </a:moveTo>
                  <a:lnTo>
                    <a:pt x="4724400" y="1193800"/>
                  </a:lnTo>
                  <a:lnTo>
                    <a:pt x="4749800" y="1193800"/>
                  </a:lnTo>
                  <a:close/>
                  <a:moveTo>
                    <a:pt x="4699000" y="1193800"/>
                  </a:moveTo>
                  <a:lnTo>
                    <a:pt x="4673600" y="1193800"/>
                  </a:lnTo>
                  <a:lnTo>
                    <a:pt x="4699000" y="1193800"/>
                  </a:lnTo>
                  <a:close/>
                  <a:moveTo>
                    <a:pt x="4648200" y="1193800"/>
                  </a:moveTo>
                  <a:lnTo>
                    <a:pt x="4622800" y="1193800"/>
                  </a:lnTo>
                  <a:lnTo>
                    <a:pt x="4648200" y="1193800"/>
                  </a:lnTo>
                  <a:close/>
                  <a:moveTo>
                    <a:pt x="4597400" y="1193800"/>
                  </a:moveTo>
                  <a:lnTo>
                    <a:pt x="4572000" y="1193800"/>
                  </a:lnTo>
                  <a:lnTo>
                    <a:pt x="4597400" y="1193800"/>
                  </a:lnTo>
                  <a:close/>
                  <a:moveTo>
                    <a:pt x="4546600" y="1193800"/>
                  </a:moveTo>
                  <a:lnTo>
                    <a:pt x="4521200" y="1193800"/>
                  </a:lnTo>
                  <a:lnTo>
                    <a:pt x="4546600" y="1193800"/>
                  </a:lnTo>
                  <a:close/>
                  <a:moveTo>
                    <a:pt x="4495800" y="1193800"/>
                  </a:moveTo>
                  <a:lnTo>
                    <a:pt x="4470400" y="1193800"/>
                  </a:lnTo>
                  <a:lnTo>
                    <a:pt x="4495800" y="1193800"/>
                  </a:lnTo>
                  <a:close/>
                  <a:moveTo>
                    <a:pt x="4445000" y="1193800"/>
                  </a:moveTo>
                  <a:lnTo>
                    <a:pt x="4419600" y="1193800"/>
                  </a:lnTo>
                  <a:lnTo>
                    <a:pt x="4445000" y="1193800"/>
                  </a:lnTo>
                  <a:close/>
                  <a:moveTo>
                    <a:pt x="4394200" y="1193800"/>
                  </a:moveTo>
                  <a:lnTo>
                    <a:pt x="4368800" y="1193800"/>
                  </a:lnTo>
                  <a:lnTo>
                    <a:pt x="4394200" y="1193800"/>
                  </a:lnTo>
                  <a:close/>
                  <a:moveTo>
                    <a:pt x="4343400" y="1193800"/>
                  </a:moveTo>
                  <a:lnTo>
                    <a:pt x="4318000" y="1193800"/>
                  </a:lnTo>
                  <a:lnTo>
                    <a:pt x="4343400" y="1193800"/>
                  </a:lnTo>
                  <a:close/>
                  <a:moveTo>
                    <a:pt x="4292600" y="1193800"/>
                  </a:moveTo>
                  <a:lnTo>
                    <a:pt x="4267200" y="1193800"/>
                  </a:lnTo>
                  <a:lnTo>
                    <a:pt x="4292600" y="1193800"/>
                  </a:lnTo>
                  <a:close/>
                  <a:moveTo>
                    <a:pt x="4241800" y="1193800"/>
                  </a:moveTo>
                  <a:lnTo>
                    <a:pt x="4216400" y="1193800"/>
                  </a:lnTo>
                  <a:lnTo>
                    <a:pt x="4241800" y="1193800"/>
                  </a:lnTo>
                  <a:close/>
                  <a:moveTo>
                    <a:pt x="4191000" y="1193800"/>
                  </a:moveTo>
                  <a:lnTo>
                    <a:pt x="4165600" y="1193800"/>
                  </a:lnTo>
                  <a:lnTo>
                    <a:pt x="4191000" y="1193800"/>
                  </a:lnTo>
                  <a:close/>
                  <a:moveTo>
                    <a:pt x="4140200" y="1193800"/>
                  </a:moveTo>
                  <a:lnTo>
                    <a:pt x="4114800" y="1193800"/>
                  </a:lnTo>
                  <a:lnTo>
                    <a:pt x="4140200" y="1193800"/>
                  </a:lnTo>
                  <a:close/>
                  <a:moveTo>
                    <a:pt x="4089400" y="1193800"/>
                  </a:moveTo>
                  <a:lnTo>
                    <a:pt x="4064000" y="1193800"/>
                  </a:lnTo>
                  <a:lnTo>
                    <a:pt x="4089400" y="1193800"/>
                  </a:lnTo>
                  <a:close/>
                  <a:moveTo>
                    <a:pt x="4038600" y="1193800"/>
                  </a:moveTo>
                  <a:lnTo>
                    <a:pt x="4013200" y="1193800"/>
                  </a:lnTo>
                  <a:lnTo>
                    <a:pt x="4038600" y="1193800"/>
                  </a:lnTo>
                  <a:close/>
                  <a:moveTo>
                    <a:pt x="3987800" y="1193800"/>
                  </a:moveTo>
                  <a:lnTo>
                    <a:pt x="3962400" y="1193800"/>
                  </a:lnTo>
                  <a:lnTo>
                    <a:pt x="3987800" y="1193800"/>
                  </a:lnTo>
                  <a:close/>
                  <a:moveTo>
                    <a:pt x="3937000" y="1193800"/>
                  </a:moveTo>
                  <a:lnTo>
                    <a:pt x="3911600" y="1193800"/>
                  </a:lnTo>
                  <a:lnTo>
                    <a:pt x="3937000" y="1193800"/>
                  </a:lnTo>
                  <a:close/>
                  <a:moveTo>
                    <a:pt x="3886200" y="1193800"/>
                  </a:moveTo>
                  <a:lnTo>
                    <a:pt x="3860800" y="1193800"/>
                  </a:lnTo>
                  <a:lnTo>
                    <a:pt x="3886200" y="1193800"/>
                  </a:lnTo>
                  <a:close/>
                  <a:moveTo>
                    <a:pt x="3835400" y="1193800"/>
                  </a:moveTo>
                  <a:lnTo>
                    <a:pt x="3810000" y="1193800"/>
                  </a:lnTo>
                  <a:lnTo>
                    <a:pt x="3835400" y="1193800"/>
                  </a:lnTo>
                  <a:close/>
                  <a:moveTo>
                    <a:pt x="3784600" y="1193800"/>
                  </a:moveTo>
                  <a:lnTo>
                    <a:pt x="3759200" y="1193800"/>
                  </a:lnTo>
                  <a:lnTo>
                    <a:pt x="3784600" y="1193800"/>
                  </a:lnTo>
                  <a:close/>
                  <a:moveTo>
                    <a:pt x="3733800" y="1193800"/>
                  </a:moveTo>
                  <a:lnTo>
                    <a:pt x="3708400" y="1193800"/>
                  </a:lnTo>
                  <a:lnTo>
                    <a:pt x="3733800" y="1193800"/>
                  </a:lnTo>
                  <a:close/>
                  <a:moveTo>
                    <a:pt x="3683000" y="1193800"/>
                  </a:moveTo>
                  <a:lnTo>
                    <a:pt x="3657600" y="1193800"/>
                  </a:lnTo>
                  <a:lnTo>
                    <a:pt x="3683000" y="1193800"/>
                  </a:lnTo>
                  <a:close/>
                  <a:moveTo>
                    <a:pt x="3632200" y="1193800"/>
                  </a:moveTo>
                  <a:lnTo>
                    <a:pt x="3606800" y="1193800"/>
                  </a:lnTo>
                  <a:lnTo>
                    <a:pt x="3632200" y="1193800"/>
                  </a:lnTo>
                  <a:close/>
                  <a:moveTo>
                    <a:pt x="3581400" y="1193800"/>
                  </a:moveTo>
                  <a:lnTo>
                    <a:pt x="3556000" y="1193800"/>
                  </a:lnTo>
                  <a:lnTo>
                    <a:pt x="3581400" y="1193800"/>
                  </a:lnTo>
                  <a:close/>
                  <a:moveTo>
                    <a:pt x="3530600" y="1193800"/>
                  </a:moveTo>
                  <a:lnTo>
                    <a:pt x="3505200" y="1193800"/>
                  </a:lnTo>
                  <a:lnTo>
                    <a:pt x="3530600" y="1193800"/>
                  </a:lnTo>
                  <a:close/>
                  <a:moveTo>
                    <a:pt x="3479800" y="1193800"/>
                  </a:moveTo>
                  <a:lnTo>
                    <a:pt x="3454400" y="1193800"/>
                  </a:lnTo>
                  <a:lnTo>
                    <a:pt x="3479800" y="1193800"/>
                  </a:lnTo>
                  <a:close/>
                  <a:moveTo>
                    <a:pt x="3429000" y="1193800"/>
                  </a:moveTo>
                  <a:lnTo>
                    <a:pt x="3403600" y="1193800"/>
                  </a:lnTo>
                  <a:lnTo>
                    <a:pt x="3429000" y="1193800"/>
                  </a:lnTo>
                  <a:close/>
                  <a:moveTo>
                    <a:pt x="3378200" y="1193800"/>
                  </a:moveTo>
                  <a:lnTo>
                    <a:pt x="3352800" y="1193800"/>
                  </a:lnTo>
                  <a:lnTo>
                    <a:pt x="3378200" y="1193800"/>
                  </a:lnTo>
                  <a:close/>
                  <a:moveTo>
                    <a:pt x="3327400" y="1193800"/>
                  </a:moveTo>
                  <a:lnTo>
                    <a:pt x="3302000" y="1193800"/>
                  </a:lnTo>
                  <a:lnTo>
                    <a:pt x="3327400" y="1193800"/>
                  </a:lnTo>
                  <a:close/>
                  <a:moveTo>
                    <a:pt x="3276600" y="1193800"/>
                  </a:moveTo>
                  <a:lnTo>
                    <a:pt x="3251200" y="1193800"/>
                  </a:lnTo>
                  <a:lnTo>
                    <a:pt x="3276600" y="1193800"/>
                  </a:lnTo>
                  <a:close/>
                  <a:moveTo>
                    <a:pt x="3225800" y="1193800"/>
                  </a:moveTo>
                  <a:lnTo>
                    <a:pt x="3200400" y="1193800"/>
                  </a:lnTo>
                  <a:lnTo>
                    <a:pt x="3225800" y="1193800"/>
                  </a:lnTo>
                  <a:close/>
                  <a:moveTo>
                    <a:pt x="3175000" y="1193800"/>
                  </a:moveTo>
                  <a:lnTo>
                    <a:pt x="3149600" y="1193800"/>
                  </a:lnTo>
                  <a:lnTo>
                    <a:pt x="3175000" y="1193800"/>
                  </a:lnTo>
                  <a:close/>
                  <a:moveTo>
                    <a:pt x="3124200" y="1193800"/>
                  </a:moveTo>
                  <a:lnTo>
                    <a:pt x="3098800" y="1193800"/>
                  </a:lnTo>
                  <a:lnTo>
                    <a:pt x="3124200" y="1193800"/>
                  </a:lnTo>
                  <a:close/>
                  <a:moveTo>
                    <a:pt x="3073400" y="1193800"/>
                  </a:moveTo>
                  <a:lnTo>
                    <a:pt x="3048000" y="1193800"/>
                  </a:lnTo>
                  <a:lnTo>
                    <a:pt x="3073400" y="1193800"/>
                  </a:lnTo>
                  <a:close/>
                  <a:moveTo>
                    <a:pt x="3022600" y="1193800"/>
                  </a:moveTo>
                  <a:lnTo>
                    <a:pt x="2997200" y="1193800"/>
                  </a:lnTo>
                  <a:lnTo>
                    <a:pt x="3022600" y="1193800"/>
                  </a:lnTo>
                  <a:close/>
                  <a:moveTo>
                    <a:pt x="2971800" y="1193800"/>
                  </a:moveTo>
                  <a:lnTo>
                    <a:pt x="2946400" y="1193800"/>
                  </a:lnTo>
                  <a:lnTo>
                    <a:pt x="2971800" y="1193800"/>
                  </a:lnTo>
                  <a:close/>
                  <a:moveTo>
                    <a:pt x="2921000" y="1193800"/>
                  </a:moveTo>
                  <a:lnTo>
                    <a:pt x="2895600" y="1193800"/>
                  </a:lnTo>
                  <a:lnTo>
                    <a:pt x="2921000" y="1193800"/>
                  </a:lnTo>
                  <a:close/>
                  <a:moveTo>
                    <a:pt x="2870200" y="1193800"/>
                  </a:moveTo>
                  <a:lnTo>
                    <a:pt x="2844800" y="1193800"/>
                  </a:lnTo>
                  <a:lnTo>
                    <a:pt x="2870200" y="1193800"/>
                  </a:lnTo>
                  <a:close/>
                  <a:moveTo>
                    <a:pt x="2819400" y="1193800"/>
                  </a:moveTo>
                  <a:lnTo>
                    <a:pt x="2794000" y="1193800"/>
                  </a:lnTo>
                  <a:lnTo>
                    <a:pt x="2819400" y="1193800"/>
                  </a:lnTo>
                  <a:close/>
                  <a:moveTo>
                    <a:pt x="2768600" y="1193800"/>
                  </a:moveTo>
                  <a:lnTo>
                    <a:pt x="2743200" y="1193800"/>
                  </a:lnTo>
                  <a:lnTo>
                    <a:pt x="2768600" y="1193800"/>
                  </a:lnTo>
                  <a:close/>
                  <a:moveTo>
                    <a:pt x="2717800" y="1193800"/>
                  </a:moveTo>
                  <a:lnTo>
                    <a:pt x="2692400" y="1193800"/>
                  </a:lnTo>
                  <a:lnTo>
                    <a:pt x="2717800" y="1193800"/>
                  </a:lnTo>
                  <a:close/>
                  <a:moveTo>
                    <a:pt x="2667000" y="1193800"/>
                  </a:moveTo>
                  <a:lnTo>
                    <a:pt x="2641600" y="1193800"/>
                  </a:lnTo>
                  <a:lnTo>
                    <a:pt x="2667000" y="1193800"/>
                  </a:lnTo>
                  <a:close/>
                  <a:moveTo>
                    <a:pt x="2616200" y="1193800"/>
                  </a:moveTo>
                  <a:lnTo>
                    <a:pt x="2590800" y="1193800"/>
                  </a:lnTo>
                  <a:lnTo>
                    <a:pt x="2616200" y="1193800"/>
                  </a:lnTo>
                  <a:close/>
                  <a:moveTo>
                    <a:pt x="2565400" y="1193800"/>
                  </a:moveTo>
                  <a:lnTo>
                    <a:pt x="2540000" y="1193800"/>
                  </a:lnTo>
                  <a:lnTo>
                    <a:pt x="2565400" y="1193800"/>
                  </a:lnTo>
                  <a:close/>
                  <a:moveTo>
                    <a:pt x="2514600" y="1193800"/>
                  </a:moveTo>
                  <a:lnTo>
                    <a:pt x="2489200" y="1193800"/>
                  </a:lnTo>
                  <a:lnTo>
                    <a:pt x="2514600" y="1193800"/>
                  </a:lnTo>
                  <a:close/>
                  <a:moveTo>
                    <a:pt x="2463800" y="1193800"/>
                  </a:moveTo>
                  <a:lnTo>
                    <a:pt x="2438400" y="1193800"/>
                  </a:lnTo>
                  <a:lnTo>
                    <a:pt x="2463800" y="1193800"/>
                  </a:lnTo>
                  <a:close/>
                  <a:moveTo>
                    <a:pt x="2413000" y="1193800"/>
                  </a:moveTo>
                  <a:lnTo>
                    <a:pt x="2387600" y="1193800"/>
                  </a:lnTo>
                  <a:lnTo>
                    <a:pt x="2413000" y="1193800"/>
                  </a:lnTo>
                  <a:close/>
                  <a:moveTo>
                    <a:pt x="2362200" y="1193800"/>
                  </a:moveTo>
                  <a:lnTo>
                    <a:pt x="2336800" y="1193800"/>
                  </a:lnTo>
                  <a:lnTo>
                    <a:pt x="2362200" y="1193800"/>
                  </a:lnTo>
                  <a:close/>
                  <a:moveTo>
                    <a:pt x="2311400" y="1193800"/>
                  </a:moveTo>
                  <a:lnTo>
                    <a:pt x="2286000" y="1193800"/>
                  </a:lnTo>
                  <a:lnTo>
                    <a:pt x="2311400" y="1193800"/>
                  </a:lnTo>
                  <a:close/>
                  <a:moveTo>
                    <a:pt x="2260600" y="1193800"/>
                  </a:moveTo>
                  <a:lnTo>
                    <a:pt x="2235200" y="1193800"/>
                  </a:lnTo>
                  <a:lnTo>
                    <a:pt x="2260600" y="1193800"/>
                  </a:lnTo>
                  <a:close/>
                  <a:moveTo>
                    <a:pt x="2209800" y="1193800"/>
                  </a:moveTo>
                  <a:lnTo>
                    <a:pt x="2184400" y="1193800"/>
                  </a:lnTo>
                  <a:lnTo>
                    <a:pt x="2209800" y="1193800"/>
                  </a:lnTo>
                  <a:close/>
                  <a:moveTo>
                    <a:pt x="2159000" y="1193800"/>
                  </a:moveTo>
                  <a:lnTo>
                    <a:pt x="2133600" y="1193800"/>
                  </a:lnTo>
                  <a:lnTo>
                    <a:pt x="2159000" y="1193800"/>
                  </a:lnTo>
                  <a:close/>
                  <a:moveTo>
                    <a:pt x="2108200" y="1193800"/>
                  </a:moveTo>
                  <a:lnTo>
                    <a:pt x="2082800" y="1193800"/>
                  </a:lnTo>
                  <a:lnTo>
                    <a:pt x="2108200" y="1193800"/>
                  </a:lnTo>
                  <a:close/>
                  <a:moveTo>
                    <a:pt x="2057400" y="1193800"/>
                  </a:moveTo>
                  <a:lnTo>
                    <a:pt x="2032000" y="1193800"/>
                  </a:lnTo>
                  <a:lnTo>
                    <a:pt x="2057400" y="1193800"/>
                  </a:lnTo>
                  <a:close/>
                  <a:moveTo>
                    <a:pt x="2006600" y="1193800"/>
                  </a:moveTo>
                  <a:lnTo>
                    <a:pt x="1981200" y="1193800"/>
                  </a:lnTo>
                  <a:lnTo>
                    <a:pt x="2006600" y="1193800"/>
                  </a:lnTo>
                  <a:close/>
                  <a:moveTo>
                    <a:pt x="1955800" y="1193800"/>
                  </a:moveTo>
                  <a:lnTo>
                    <a:pt x="1930400" y="1193800"/>
                  </a:lnTo>
                  <a:lnTo>
                    <a:pt x="1955800" y="1193800"/>
                  </a:lnTo>
                  <a:close/>
                  <a:moveTo>
                    <a:pt x="1905000" y="1193800"/>
                  </a:moveTo>
                  <a:lnTo>
                    <a:pt x="1879600" y="1193800"/>
                  </a:lnTo>
                  <a:lnTo>
                    <a:pt x="1905000" y="1193800"/>
                  </a:lnTo>
                  <a:close/>
                  <a:moveTo>
                    <a:pt x="1854200" y="1193800"/>
                  </a:moveTo>
                  <a:lnTo>
                    <a:pt x="1828800" y="1193800"/>
                  </a:lnTo>
                  <a:lnTo>
                    <a:pt x="1854200" y="1193800"/>
                  </a:lnTo>
                  <a:close/>
                  <a:moveTo>
                    <a:pt x="1803400" y="1193800"/>
                  </a:moveTo>
                  <a:lnTo>
                    <a:pt x="1778000" y="1193800"/>
                  </a:lnTo>
                  <a:lnTo>
                    <a:pt x="1803400" y="1193800"/>
                  </a:lnTo>
                  <a:close/>
                  <a:moveTo>
                    <a:pt x="1752600" y="1193800"/>
                  </a:moveTo>
                  <a:lnTo>
                    <a:pt x="1727200" y="1193800"/>
                  </a:lnTo>
                  <a:lnTo>
                    <a:pt x="1752600" y="1193800"/>
                  </a:lnTo>
                  <a:close/>
                  <a:moveTo>
                    <a:pt x="1701800" y="1193800"/>
                  </a:moveTo>
                  <a:lnTo>
                    <a:pt x="1676400" y="1193800"/>
                  </a:lnTo>
                  <a:lnTo>
                    <a:pt x="1701800" y="1193800"/>
                  </a:lnTo>
                  <a:close/>
                  <a:moveTo>
                    <a:pt x="1651000" y="1193800"/>
                  </a:moveTo>
                  <a:lnTo>
                    <a:pt x="1625600" y="1193800"/>
                  </a:lnTo>
                  <a:lnTo>
                    <a:pt x="1651000" y="1193800"/>
                  </a:lnTo>
                  <a:close/>
                  <a:moveTo>
                    <a:pt x="1600200" y="1193800"/>
                  </a:moveTo>
                  <a:lnTo>
                    <a:pt x="1574800" y="1193800"/>
                  </a:lnTo>
                  <a:lnTo>
                    <a:pt x="1600200" y="1193800"/>
                  </a:lnTo>
                  <a:close/>
                  <a:moveTo>
                    <a:pt x="1549400" y="1193800"/>
                  </a:moveTo>
                  <a:lnTo>
                    <a:pt x="1524000" y="1193800"/>
                  </a:lnTo>
                  <a:lnTo>
                    <a:pt x="1549400" y="1193800"/>
                  </a:lnTo>
                  <a:close/>
                  <a:moveTo>
                    <a:pt x="1498600" y="1193800"/>
                  </a:moveTo>
                  <a:lnTo>
                    <a:pt x="1473200" y="1193800"/>
                  </a:lnTo>
                  <a:lnTo>
                    <a:pt x="1498600" y="1193800"/>
                  </a:lnTo>
                  <a:close/>
                  <a:moveTo>
                    <a:pt x="1447800" y="1193800"/>
                  </a:moveTo>
                  <a:lnTo>
                    <a:pt x="1422400" y="1193800"/>
                  </a:lnTo>
                  <a:lnTo>
                    <a:pt x="1447800" y="1193800"/>
                  </a:lnTo>
                  <a:close/>
                  <a:moveTo>
                    <a:pt x="1397000" y="1193800"/>
                  </a:moveTo>
                  <a:lnTo>
                    <a:pt x="1371600" y="1193800"/>
                  </a:lnTo>
                  <a:lnTo>
                    <a:pt x="1397000" y="1193800"/>
                  </a:lnTo>
                  <a:close/>
                  <a:moveTo>
                    <a:pt x="1346200" y="1193800"/>
                  </a:moveTo>
                  <a:lnTo>
                    <a:pt x="1320800" y="1193800"/>
                  </a:lnTo>
                  <a:lnTo>
                    <a:pt x="1346200" y="1193800"/>
                  </a:lnTo>
                  <a:close/>
                  <a:moveTo>
                    <a:pt x="1295400" y="1193800"/>
                  </a:moveTo>
                  <a:lnTo>
                    <a:pt x="1270000" y="1193800"/>
                  </a:lnTo>
                  <a:lnTo>
                    <a:pt x="1295400" y="1193800"/>
                  </a:lnTo>
                  <a:close/>
                  <a:moveTo>
                    <a:pt x="1244600" y="1193800"/>
                  </a:moveTo>
                  <a:lnTo>
                    <a:pt x="1219200" y="1193800"/>
                  </a:lnTo>
                  <a:lnTo>
                    <a:pt x="1244600" y="1193800"/>
                  </a:lnTo>
                  <a:close/>
                  <a:moveTo>
                    <a:pt x="1193800" y="1193800"/>
                  </a:moveTo>
                  <a:lnTo>
                    <a:pt x="1168400" y="1193800"/>
                  </a:lnTo>
                  <a:lnTo>
                    <a:pt x="1193800" y="1193800"/>
                  </a:lnTo>
                  <a:close/>
                  <a:moveTo>
                    <a:pt x="1143000" y="1193800"/>
                  </a:moveTo>
                  <a:lnTo>
                    <a:pt x="1117600" y="1193800"/>
                  </a:lnTo>
                  <a:lnTo>
                    <a:pt x="1143000" y="1193800"/>
                  </a:lnTo>
                  <a:close/>
                  <a:moveTo>
                    <a:pt x="1092200" y="1193800"/>
                  </a:moveTo>
                  <a:lnTo>
                    <a:pt x="1066800" y="1193800"/>
                  </a:lnTo>
                  <a:lnTo>
                    <a:pt x="1092200" y="1193800"/>
                  </a:lnTo>
                  <a:close/>
                  <a:moveTo>
                    <a:pt x="1041400" y="1193800"/>
                  </a:moveTo>
                  <a:lnTo>
                    <a:pt x="1016000" y="1193800"/>
                  </a:lnTo>
                  <a:lnTo>
                    <a:pt x="1041400" y="1193800"/>
                  </a:lnTo>
                  <a:close/>
                  <a:moveTo>
                    <a:pt x="990600" y="1193800"/>
                  </a:moveTo>
                  <a:lnTo>
                    <a:pt x="965200" y="1193800"/>
                  </a:lnTo>
                  <a:lnTo>
                    <a:pt x="990600" y="1193800"/>
                  </a:lnTo>
                  <a:close/>
                  <a:moveTo>
                    <a:pt x="939800" y="1193800"/>
                  </a:moveTo>
                  <a:lnTo>
                    <a:pt x="914400" y="1193800"/>
                  </a:lnTo>
                  <a:lnTo>
                    <a:pt x="939800" y="1193800"/>
                  </a:lnTo>
                  <a:close/>
                  <a:moveTo>
                    <a:pt x="889000" y="1193800"/>
                  </a:moveTo>
                  <a:lnTo>
                    <a:pt x="863600" y="1193800"/>
                  </a:lnTo>
                  <a:lnTo>
                    <a:pt x="889000" y="1193800"/>
                  </a:lnTo>
                  <a:close/>
                  <a:moveTo>
                    <a:pt x="838200" y="1193800"/>
                  </a:moveTo>
                  <a:lnTo>
                    <a:pt x="812800" y="1193800"/>
                  </a:lnTo>
                  <a:lnTo>
                    <a:pt x="838200" y="1193800"/>
                  </a:lnTo>
                  <a:close/>
                  <a:moveTo>
                    <a:pt x="787400" y="1193800"/>
                  </a:moveTo>
                  <a:lnTo>
                    <a:pt x="762000" y="1193800"/>
                  </a:lnTo>
                  <a:lnTo>
                    <a:pt x="787400" y="1193800"/>
                  </a:lnTo>
                  <a:close/>
                  <a:moveTo>
                    <a:pt x="736600" y="1193800"/>
                  </a:moveTo>
                  <a:lnTo>
                    <a:pt x="711200" y="1193800"/>
                  </a:lnTo>
                  <a:lnTo>
                    <a:pt x="736600" y="1193800"/>
                  </a:lnTo>
                  <a:close/>
                  <a:moveTo>
                    <a:pt x="685800" y="1193800"/>
                  </a:moveTo>
                  <a:lnTo>
                    <a:pt x="660400" y="1193800"/>
                  </a:lnTo>
                  <a:lnTo>
                    <a:pt x="685800" y="1193800"/>
                  </a:lnTo>
                  <a:close/>
                  <a:moveTo>
                    <a:pt x="635000" y="1193800"/>
                  </a:moveTo>
                  <a:lnTo>
                    <a:pt x="609600" y="1193800"/>
                  </a:lnTo>
                  <a:lnTo>
                    <a:pt x="635000" y="1193800"/>
                  </a:lnTo>
                  <a:close/>
                  <a:moveTo>
                    <a:pt x="584200" y="1193800"/>
                  </a:moveTo>
                  <a:lnTo>
                    <a:pt x="558800" y="1193800"/>
                  </a:lnTo>
                  <a:lnTo>
                    <a:pt x="584200" y="1193800"/>
                  </a:lnTo>
                  <a:close/>
                  <a:moveTo>
                    <a:pt x="533400" y="1193800"/>
                  </a:moveTo>
                  <a:lnTo>
                    <a:pt x="508000" y="1193800"/>
                  </a:lnTo>
                  <a:lnTo>
                    <a:pt x="533400" y="1193800"/>
                  </a:lnTo>
                  <a:close/>
                  <a:moveTo>
                    <a:pt x="482600" y="1193800"/>
                  </a:moveTo>
                  <a:lnTo>
                    <a:pt x="457200" y="1193800"/>
                  </a:lnTo>
                  <a:lnTo>
                    <a:pt x="482600" y="1193800"/>
                  </a:lnTo>
                  <a:close/>
                  <a:moveTo>
                    <a:pt x="431800" y="1193800"/>
                  </a:moveTo>
                  <a:lnTo>
                    <a:pt x="406400" y="1193800"/>
                  </a:lnTo>
                  <a:lnTo>
                    <a:pt x="431800" y="1193800"/>
                  </a:lnTo>
                  <a:close/>
                  <a:moveTo>
                    <a:pt x="381000" y="1193800"/>
                  </a:moveTo>
                  <a:lnTo>
                    <a:pt x="355600" y="1193800"/>
                  </a:lnTo>
                  <a:lnTo>
                    <a:pt x="381000" y="1193800"/>
                  </a:lnTo>
                  <a:close/>
                  <a:moveTo>
                    <a:pt x="330200" y="1193800"/>
                  </a:moveTo>
                  <a:lnTo>
                    <a:pt x="304800" y="1193800"/>
                  </a:lnTo>
                  <a:lnTo>
                    <a:pt x="330200" y="1193800"/>
                  </a:lnTo>
                  <a:close/>
                  <a:moveTo>
                    <a:pt x="279400" y="1193800"/>
                  </a:moveTo>
                  <a:lnTo>
                    <a:pt x="254000" y="1193800"/>
                  </a:lnTo>
                  <a:lnTo>
                    <a:pt x="279400" y="1193800"/>
                  </a:lnTo>
                  <a:close/>
                  <a:moveTo>
                    <a:pt x="228600" y="1193800"/>
                  </a:moveTo>
                  <a:lnTo>
                    <a:pt x="203200" y="1193800"/>
                  </a:lnTo>
                  <a:lnTo>
                    <a:pt x="228600" y="1193800"/>
                  </a:lnTo>
                  <a:close/>
                  <a:moveTo>
                    <a:pt x="177800" y="1193800"/>
                  </a:moveTo>
                  <a:lnTo>
                    <a:pt x="152400" y="1193800"/>
                  </a:lnTo>
                  <a:lnTo>
                    <a:pt x="177800" y="1193800"/>
                  </a:lnTo>
                  <a:close/>
                  <a:moveTo>
                    <a:pt x="127000" y="1193800"/>
                  </a:moveTo>
                  <a:lnTo>
                    <a:pt x="101600" y="1193800"/>
                  </a:lnTo>
                  <a:lnTo>
                    <a:pt x="127000" y="1193800"/>
                  </a:lnTo>
                  <a:close/>
                  <a:moveTo>
                    <a:pt x="76200" y="1193800"/>
                  </a:moveTo>
                  <a:lnTo>
                    <a:pt x="50800" y="1193800"/>
                  </a:lnTo>
                  <a:lnTo>
                    <a:pt x="76200" y="1193800"/>
                  </a:lnTo>
                  <a:close/>
                  <a:moveTo>
                    <a:pt x="25400" y="1193800"/>
                  </a:moveTo>
                  <a:lnTo>
                    <a:pt x="0" y="1193800"/>
                  </a:lnTo>
                  <a:lnTo>
                    <a:pt x="25400" y="1193800"/>
                  </a:lnTo>
                  <a:close/>
                  <a:moveTo>
                    <a:pt x="82550" y="1195451"/>
                  </a:moveTo>
                  <a:lnTo>
                    <a:pt x="82550" y="1170051"/>
                  </a:lnTo>
                  <a:lnTo>
                    <a:pt x="87122" y="1170051"/>
                  </a:lnTo>
                  <a:lnTo>
                    <a:pt x="87122" y="1195451"/>
                  </a:lnTo>
                  <a:close/>
                  <a:moveTo>
                    <a:pt x="87122" y="1144651"/>
                  </a:moveTo>
                  <a:lnTo>
                    <a:pt x="87122" y="1119251"/>
                  </a:lnTo>
                  <a:lnTo>
                    <a:pt x="87122" y="1144651"/>
                  </a:lnTo>
                  <a:close/>
                  <a:moveTo>
                    <a:pt x="87122" y="1093851"/>
                  </a:moveTo>
                  <a:lnTo>
                    <a:pt x="87122" y="1068451"/>
                  </a:lnTo>
                  <a:lnTo>
                    <a:pt x="87122" y="1093851"/>
                  </a:lnTo>
                  <a:close/>
                  <a:moveTo>
                    <a:pt x="87122" y="1043051"/>
                  </a:moveTo>
                  <a:lnTo>
                    <a:pt x="87122" y="1017651"/>
                  </a:lnTo>
                  <a:lnTo>
                    <a:pt x="87122" y="1043051"/>
                  </a:lnTo>
                  <a:close/>
                  <a:moveTo>
                    <a:pt x="87122" y="992251"/>
                  </a:moveTo>
                  <a:lnTo>
                    <a:pt x="87122" y="966851"/>
                  </a:lnTo>
                  <a:lnTo>
                    <a:pt x="87122" y="992251"/>
                  </a:lnTo>
                  <a:close/>
                  <a:moveTo>
                    <a:pt x="87122" y="941451"/>
                  </a:moveTo>
                  <a:lnTo>
                    <a:pt x="87122" y="916051"/>
                  </a:lnTo>
                  <a:lnTo>
                    <a:pt x="87122" y="941451"/>
                  </a:lnTo>
                  <a:close/>
                  <a:moveTo>
                    <a:pt x="87122" y="890651"/>
                  </a:moveTo>
                  <a:lnTo>
                    <a:pt x="87122" y="865251"/>
                  </a:lnTo>
                  <a:lnTo>
                    <a:pt x="87122" y="890651"/>
                  </a:lnTo>
                  <a:close/>
                  <a:moveTo>
                    <a:pt x="87122" y="839851"/>
                  </a:moveTo>
                  <a:lnTo>
                    <a:pt x="87122" y="814451"/>
                  </a:lnTo>
                  <a:lnTo>
                    <a:pt x="87122" y="839851"/>
                  </a:lnTo>
                  <a:close/>
                  <a:moveTo>
                    <a:pt x="87122" y="789051"/>
                  </a:moveTo>
                  <a:lnTo>
                    <a:pt x="87122" y="763651"/>
                  </a:lnTo>
                  <a:lnTo>
                    <a:pt x="87122" y="789051"/>
                  </a:lnTo>
                  <a:close/>
                  <a:moveTo>
                    <a:pt x="87122" y="738251"/>
                  </a:moveTo>
                  <a:lnTo>
                    <a:pt x="87122" y="712851"/>
                  </a:lnTo>
                  <a:lnTo>
                    <a:pt x="87122" y="738251"/>
                  </a:lnTo>
                  <a:close/>
                  <a:moveTo>
                    <a:pt x="87122" y="687451"/>
                  </a:moveTo>
                  <a:lnTo>
                    <a:pt x="87122" y="662051"/>
                  </a:lnTo>
                  <a:lnTo>
                    <a:pt x="87122" y="687451"/>
                  </a:lnTo>
                  <a:close/>
                  <a:moveTo>
                    <a:pt x="87122" y="636651"/>
                  </a:moveTo>
                  <a:lnTo>
                    <a:pt x="87122" y="611251"/>
                  </a:lnTo>
                  <a:lnTo>
                    <a:pt x="87122" y="636651"/>
                  </a:lnTo>
                  <a:close/>
                  <a:moveTo>
                    <a:pt x="87122" y="585851"/>
                  </a:moveTo>
                  <a:lnTo>
                    <a:pt x="87122" y="560451"/>
                  </a:lnTo>
                  <a:lnTo>
                    <a:pt x="87122" y="585851"/>
                  </a:lnTo>
                  <a:close/>
                  <a:moveTo>
                    <a:pt x="87122" y="535051"/>
                  </a:moveTo>
                  <a:lnTo>
                    <a:pt x="87122" y="509651"/>
                  </a:lnTo>
                  <a:lnTo>
                    <a:pt x="87122" y="535051"/>
                  </a:lnTo>
                  <a:close/>
                  <a:moveTo>
                    <a:pt x="87122" y="484251"/>
                  </a:moveTo>
                  <a:lnTo>
                    <a:pt x="87122" y="458851"/>
                  </a:lnTo>
                  <a:lnTo>
                    <a:pt x="87122" y="484251"/>
                  </a:lnTo>
                  <a:close/>
                  <a:moveTo>
                    <a:pt x="87122" y="433451"/>
                  </a:moveTo>
                  <a:lnTo>
                    <a:pt x="87122" y="408051"/>
                  </a:lnTo>
                  <a:lnTo>
                    <a:pt x="87122" y="433451"/>
                  </a:lnTo>
                  <a:close/>
                  <a:moveTo>
                    <a:pt x="87122" y="382651"/>
                  </a:moveTo>
                  <a:lnTo>
                    <a:pt x="87122" y="357251"/>
                  </a:lnTo>
                  <a:lnTo>
                    <a:pt x="87122" y="382651"/>
                  </a:lnTo>
                  <a:close/>
                  <a:moveTo>
                    <a:pt x="87122" y="331851"/>
                  </a:moveTo>
                  <a:lnTo>
                    <a:pt x="87122" y="306451"/>
                  </a:lnTo>
                  <a:lnTo>
                    <a:pt x="87122" y="331851"/>
                  </a:lnTo>
                  <a:close/>
                  <a:moveTo>
                    <a:pt x="87122" y="281051"/>
                  </a:moveTo>
                  <a:lnTo>
                    <a:pt x="87122" y="255651"/>
                  </a:lnTo>
                  <a:lnTo>
                    <a:pt x="87122" y="281051"/>
                  </a:lnTo>
                  <a:close/>
                  <a:moveTo>
                    <a:pt x="87122" y="230251"/>
                  </a:moveTo>
                  <a:lnTo>
                    <a:pt x="87122" y="204851"/>
                  </a:lnTo>
                  <a:lnTo>
                    <a:pt x="87122" y="230251"/>
                  </a:lnTo>
                  <a:close/>
                  <a:moveTo>
                    <a:pt x="87122" y="179451"/>
                  </a:moveTo>
                  <a:lnTo>
                    <a:pt x="87122" y="154051"/>
                  </a:lnTo>
                  <a:lnTo>
                    <a:pt x="87122" y="179451"/>
                  </a:lnTo>
                  <a:close/>
                  <a:moveTo>
                    <a:pt x="87122" y="128651"/>
                  </a:moveTo>
                  <a:lnTo>
                    <a:pt x="87122" y="103251"/>
                  </a:lnTo>
                  <a:lnTo>
                    <a:pt x="87122" y="128651"/>
                  </a:lnTo>
                  <a:close/>
                  <a:moveTo>
                    <a:pt x="87122" y="77851"/>
                  </a:moveTo>
                  <a:lnTo>
                    <a:pt x="87122" y="52451"/>
                  </a:lnTo>
                  <a:lnTo>
                    <a:pt x="87122" y="77851"/>
                  </a:lnTo>
                  <a:close/>
                  <a:moveTo>
                    <a:pt x="87122" y="27051"/>
                  </a:moveTo>
                  <a:lnTo>
                    <a:pt x="87122" y="2286"/>
                  </a:lnTo>
                  <a:cubicBezTo>
                    <a:pt x="82550" y="1016"/>
                    <a:pt x="83566" y="0"/>
                    <a:pt x="84836" y="0"/>
                  </a:cubicBezTo>
                  <a:lnTo>
                    <a:pt x="110236" y="0"/>
                  </a:lnTo>
                  <a:lnTo>
                    <a:pt x="110236" y="4572"/>
                  </a:lnTo>
                  <a:lnTo>
                    <a:pt x="84836" y="4572"/>
                  </a:lnTo>
                  <a:lnTo>
                    <a:pt x="84836" y="2286"/>
                  </a:lnTo>
                  <a:lnTo>
                    <a:pt x="87122" y="2286"/>
                  </a:lnTo>
                  <a:lnTo>
                    <a:pt x="87122" y="27051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253127" cy="1236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Identification of problem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657033" y="1927865"/>
            <a:ext cx="12945666" cy="616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6"/>
              </a:lnSpc>
            </a:pPr>
            <a:r>
              <a:rPr lang="en-US" sz="2446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</a:t>
            </a: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ocking Operations:</a:t>
            </a:r>
          </a:p>
          <a:p>
            <a:pPr algn="l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traditional HTTP request–response setups, the server processes the image on the main thread. This blocks the UI, slows down responses, and leaves users waiting during heavy operations.</a:t>
            </a:r>
          </a:p>
          <a:p>
            <a:pPr algn="l">
              <a:lnSpc>
                <a:spcPts val="2936"/>
              </a:lnSpc>
            </a:pPr>
          </a:p>
          <a:p>
            <a:pPr algn="l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Storage Bottlenecks:</a:t>
            </a:r>
          </a:p>
          <a:p>
            <a:pPr algn="l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thousands of high-resolution wildlife images on a local disk or conventional database quickly becomes inefficient. It increases storage costs, slows retrieval, and complicates long-term data management.</a:t>
            </a:r>
          </a:p>
          <a:p>
            <a:pPr algn="l">
              <a:lnSpc>
                <a:spcPts val="2936"/>
              </a:lnSpc>
            </a:pPr>
          </a:p>
          <a:p>
            <a:pPr algn="l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Tight Coupling:</a:t>
            </a:r>
          </a:p>
          <a:p>
            <a:pPr algn="l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monolithic systems, all components depend on each other.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AI processing module crashes or becomes overloaded, the entire web server can stall or fail.</a:t>
            </a:r>
          </a:p>
          <a:p>
            <a:pPr algn="l">
              <a:lnSpc>
                <a:spcPts val="2936"/>
              </a:lnSpc>
            </a:pPr>
          </a:p>
          <a:p>
            <a:pPr algn="l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Limits:</a:t>
            </a:r>
          </a:p>
          <a:p>
            <a:pPr algn="l">
              <a:lnSpc>
                <a:spcPts val="2936"/>
              </a:lnSpc>
            </a:pPr>
            <a:r>
              <a:rPr lang="en-US" b="true" sz="244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44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Monolithic designs make it impossible to scale the processing engine independently. The worker and web server grow together, preventing efficient scaling during spikes in image uploads.</a:t>
            </a:r>
          </a:p>
          <a:p>
            <a:pPr algn="l">
              <a:lnSpc>
                <a:spcPts val="293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49021" y="132239"/>
            <a:ext cx="8558076" cy="1419541"/>
            <a:chOff x="0" y="0"/>
            <a:chExt cx="8114324" cy="1345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11506" y="0"/>
              <a:ext cx="8225917" cy="1350518"/>
            </a:xfrm>
            <a:custGeom>
              <a:avLst/>
              <a:gdLst/>
              <a:ahLst/>
              <a:cxnLst/>
              <a:rect r="r" b="b" t="t" l="l"/>
              <a:pathLst>
                <a:path h="1350518" w="8225917">
                  <a:moveTo>
                    <a:pt x="164592" y="0"/>
                  </a:moveTo>
                  <a:lnTo>
                    <a:pt x="189992" y="0"/>
                  </a:lnTo>
                  <a:lnTo>
                    <a:pt x="189992" y="4572"/>
                  </a:lnTo>
                  <a:lnTo>
                    <a:pt x="164592" y="4572"/>
                  </a:lnTo>
                  <a:close/>
                  <a:moveTo>
                    <a:pt x="215392" y="4572"/>
                  </a:moveTo>
                  <a:lnTo>
                    <a:pt x="240792" y="4572"/>
                  </a:lnTo>
                  <a:lnTo>
                    <a:pt x="215392" y="4572"/>
                  </a:lnTo>
                  <a:close/>
                  <a:moveTo>
                    <a:pt x="266192" y="4572"/>
                  </a:moveTo>
                  <a:lnTo>
                    <a:pt x="291592" y="4572"/>
                  </a:lnTo>
                  <a:lnTo>
                    <a:pt x="266192" y="4572"/>
                  </a:lnTo>
                  <a:close/>
                  <a:moveTo>
                    <a:pt x="316992" y="4572"/>
                  </a:moveTo>
                  <a:lnTo>
                    <a:pt x="342392" y="4572"/>
                  </a:lnTo>
                  <a:lnTo>
                    <a:pt x="316992" y="4572"/>
                  </a:lnTo>
                  <a:close/>
                  <a:moveTo>
                    <a:pt x="367792" y="4572"/>
                  </a:moveTo>
                  <a:lnTo>
                    <a:pt x="393192" y="4572"/>
                  </a:lnTo>
                  <a:lnTo>
                    <a:pt x="367792" y="4572"/>
                  </a:lnTo>
                  <a:close/>
                  <a:moveTo>
                    <a:pt x="418592" y="4572"/>
                  </a:moveTo>
                  <a:lnTo>
                    <a:pt x="443992" y="4572"/>
                  </a:lnTo>
                  <a:lnTo>
                    <a:pt x="418592" y="4572"/>
                  </a:lnTo>
                  <a:close/>
                  <a:moveTo>
                    <a:pt x="469392" y="4572"/>
                  </a:moveTo>
                  <a:lnTo>
                    <a:pt x="494792" y="4572"/>
                  </a:lnTo>
                  <a:lnTo>
                    <a:pt x="469392" y="4572"/>
                  </a:lnTo>
                  <a:close/>
                  <a:moveTo>
                    <a:pt x="520192" y="4572"/>
                  </a:moveTo>
                  <a:lnTo>
                    <a:pt x="545592" y="4572"/>
                  </a:lnTo>
                  <a:lnTo>
                    <a:pt x="520192" y="4572"/>
                  </a:lnTo>
                  <a:close/>
                  <a:moveTo>
                    <a:pt x="570992" y="4572"/>
                  </a:moveTo>
                  <a:lnTo>
                    <a:pt x="596392" y="4572"/>
                  </a:lnTo>
                  <a:lnTo>
                    <a:pt x="570992" y="4572"/>
                  </a:lnTo>
                  <a:close/>
                  <a:moveTo>
                    <a:pt x="621792" y="4572"/>
                  </a:moveTo>
                  <a:lnTo>
                    <a:pt x="647192" y="4572"/>
                  </a:lnTo>
                  <a:lnTo>
                    <a:pt x="621792" y="4572"/>
                  </a:lnTo>
                  <a:close/>
                  <a:moveTo>
                    <a:pt x="672592" y="4572"/>
                  </a:moveTo>
                  <a:lnTo>
                    <a:pt x="697992" y="4572"/>
                  </a:lnTo>
                  <a:lnTo>
                    <a:pt x="672592" y="4572"/>
                  </a:lnTo>
                  <a:close/>
                  <a:moveTo>
                    <a:pt x="723392" y="4572"/>
                  </a:moveTo>
                  <a:lnTo>
                    <a:pt x="748792" y="4572"/>
                  </a:lnTo>
                  <a:lnTo>
                    <a:pt x="723392" y="4572"/>
                  </a:lnTo>
                  <a:close/>
                  <a:moveTo>
                    <a:pt x="774192" y="4572"/>
                  </a:moveTo>
                  <a:lnTo>
                    <a:pt x="799592" y="4572"/>
                  </a:lnTo>
                  <a:lnTo>
                    <a:pt x="774192" y="4572"/>
                  </a:lnTo>
                  <a:close/>
                  <a:moveTo>
                    <a:pt x="824992" y="4572"/>
                  </a:moveTo>
                  <a:lnTo>
                    <a:pt x="850392" y="4572"/>
                  </a:lnTo>
                  <a:lnTo>
                    <a:pt x="824992" y="4572"/>
                  </a:lnTo>
                  <a:close/>
                  <a:moveTo>
                    <a:pt x="875792" y="4572"/>
                  </a:moveTo>
                  <a:lnTo>
                    <a:pt x="901192" y="4572"/>
                  </a:lnTo>
                  <a:lnTo>
                    <a:pt x="875792" y="4572"/>
                  </a:lnTo>
                  <a:close/>
                  <a:moveTo>
                    <a:pt x="926592" y="4572"/>
                  </a:moveTo>
                  <a:lnTo>
                    <a:pt x="951992" y="4572"/>
                  </a:lnTo>
                  <a:lnTo>
                    <a:pt x="926592" y="4572"/>
                  </a:lnTo>
                  <a:close/>
                  <a:moveTo>
                    <a:pt x="977392" y="4572"/>
                  </a:moveTo>
                  <a:lnTo>
                    <a:pt x="1002792" y="4572"/>
                  </a:lnTo>
                  <a:lnTo>
                    <a:pt x="977392" y="4572"/>
                  </a:lnTo>
                  <a:close/>
                  <a:moveTo>
                    <a:pt x="1028192" y="4572"/>
                  </a:moveTo>
                  <a:lnTo>
                    <a:pt x="1053592" y="4572"/>
                  </a:lnTo>
                  <a:lnTo>
                    <a:pt x="1028192" y="4572"/>
                  </a:lnTo>
                  <a:close/>
                  <a:moveTo>
                    <a:pt x="1078992" y="4572"/>
                  </a:moveTo>
                  <a:lnTo>
                    <a:pt x="1104392" y="4572"/>
                  </a:lnTo>
                  <a:lnTo>
                    <a:pt x="1078992" y="4572"/>
                  </a:lnTo>
                  <a:close/>
                  <a:moveTo>
                    <a:pt x="1129792" y="4572"/>
                  </a:moveTo>
                  <a:lnTo>
                    <a:pt x="1155192" y="4572"/>
                  </a:lnTo>
                  <a:lnTo>
                    <a:pt x="1129792" y="4572"/>
                  </a:lnTo>
                  <a:close/>
                  <a:moveTo>
                    <a:pt x="1180592" y="4572"/>
                  </a:moveTo>
                  <a:lnTo>
                    <a:pt x="1205992" y="4572"/>
                  </a:lnTo>
                  <a:lnTo>
                    <a:pt x="1180592" y="4572"/>
                  </a:lnTo>
                  <a:close/>
                  <a:moveTo>
                    <a:pt x="1231392" y="4572"/>
                  </a:moveTo>
                  <a:lnTo>
                    <a:pt x="1256792" y="4572"/>
                  </a:lnTo>
                  <a:lnTo>
                    <a:pt x="1231392" y="4572"/>
                  </a:lnTo>
                  <a:close/>
                  <a:moveTo>
                    <a:pt x="1282192" y="4572"/>
                  </a:moveTo>
                  <a:lnTo>
                    <a:pt x="1307592" y="4572"/>
                  </a:lnTo>
                  <a:lnTo>
                    <a:pt x="1282192" y="4572"/>
                  </a:lnTo>
                  <a:close/>
                  <a:moveTo>
                    <a:pt x="1332992" y="4572"/>
                  </a:moveTo>
                  <a:lnTo>
                    <a:pt x="1358392" y="4572"/>
                  </a:lnTo>
                  <a:lnTo>
                    <a:pt x="1332992" y="4572"/>
                  </a:lnTo>
                  <a:close/>
                  <a:moveTo>
                    <a:pt x="1383792" y="4572"/>
                  </a:moveTo>
                  <a:lnTo>
                    <a:pt x="1409192" y="4572"/>
                  </a:lnTo>
                  <a:lnTo>
                    <a:pt x="1383792" y="4572"/>
                  </a:lnTo>
                  <a:close/>
                  <a:moveTo>
                    <a:pt x="1434592" y="4572"/>
                  </a:moveTo>
                  <a:lnTo>
                    <a:pt x="1459992" y="4572"/>
                  </a:lnTo>
                  <a:lnTo>
                    <a:pt x="1434592" y="4572"/>
                  </a:lnTo>
                  <a:close/>
                  <a:moveTo>
                    <a:pt x="1485392" y="4572"/>
                  </a:moveTo>
                  <a:lnTo>
                    <a:pt x="1510792" y="4572"/>
                  </a:lnTo>
                  <a:lnTo>
                    <a:pt x="1485392" y="4572"/>
                  </a:lnTo>
                  <a:close/>
                  <a:moveTo>
                    <a:pt x="1536192" y="4572"/>
                  </a:moveTo>
                  <a:lnTo>
                    <a:pt x="1561592" y="4572"/>
                  </a:lnTo>
                  <a:lnTo>
                    <a:pt x="1536192" y="4572"/>
                  </a:lnTo>
                  <a:close/>
                  <a:moveTo>
                    <a:pt x="1586992" y="4572"/>
                  </a:moveTo>
                  <a:lnTo>
                    <a:pt x="1612392" y="4572"/>
                  </a:lnTo>
                  <a:lnTo>
                    <a:pt x="1586992" y="4572"/>
                  </a:lnTo>
                  <a:close/>
                  <a:moveTo>
                    <a:pt x="1637792" y="4572"/>
                  </a:moveTo>
                  <a:lnTo>
                    <a:pt x="1663192" y="4572"/>
                  </a:lnTo>
                  <a:lnTo>
                    <a:pt x="1637792" y="4572"/>
                  </a:lnTo>
                  <a:close/>
                  <a:moveTo>
                    <a:pt x="1688592" y="4572"/>
                  </a:moveTo>
                  <a:lnTo>
                    <a:pt x="1713992" y="4572"/>
                  </a:lnTo>
                  <a:lnTo>
                    <a:pt x="1688592" y="4572"/>
                  </a:lnTo>
                  <a:close/>
                  <a:moveTo>
                    <a:pt x="1739392" y="4572"/>
                  </a:moveTo>
                  <a:lnTo>
                    <a:pt x="1764792" y="4572"/>
                  </a:lnTo>
                  <a:lnTo>
                    <a:pt x="1739392" y="4572"/>
                  </a:lnTo>
                  <a:close/>
                  <a:moveTo>
                    <a:pt x="1790192" y="4572"/>
                  </a:moveTo>
                  <a:lnTo>
                    <a:pt x="1815592" y="4572"/>
                  </a:lnTo>
                  <a:lnTo>
                    <a:pt x="1790192" y="4572"/>
                  </a:lnTo>
                  <a:close/>
                  <a:moveTo>
                    <a:pt x="1840992" y="4572"/>
                  </a:moveTo>
                  <a:lnTo>
                    <a:pt x="1866392" y="4572"/>
                  </a:lnTo>
                  <a:lnTo>
                    <a:pt x="1840992" y="4572"/>
                  </a:lnTo>
                  <a:close/>
                  <a:moveTo>
                    <a:pt x="1891792" y="4572"/>
                  </a:moveTo>
                  <a:lnTo>
                    <a:pt x="1917192" y="4572"/>
                  </a:lnTo>
                  <a:lnTo>
                    <a:pt x="1891792" y="4572"/>
                  </a:lnTo>
                  <a:close/>
                  <a:moveTo>
                    <a:pt x="1942592" y="4572"/>
                  </a:moveTo>
                  <a:lnTo>
                    <a:pt x="1967992" y="4572"/>
                  </a:lnTo>
                  <a:lnTo>
                    <a:pt x="1942592" y="4572"/>
                  </a:lnTo>
                  <a:close/>
                  <a:moveTo>
                    <a:pt x="1993392" y="4572"/>
                  </a:moveTo>
                  <a:lnTo>
                    <a:pt x="2018792" y="4572"/>
                  </a:lnTo>
                  <a:lnTo>
                    <a:pt x="1993392" y="4572"/>
                  </a:lnTo>
                  <a:close/>
                  <a:moveTo>
                    <a:pt x="2044192" y="4572"/>
                  </a:moveTo>
                  <a:lnTo>
                    <a:pt x="2069592" y="4572"/>
                  </a:lnTo>
                  <a:lnTo>
                    <a:pt x="2044192" y="4572"/>
                  </a:lnTo>
                  <a:close/>
                  <a:moveTo>
                    <a:pt x="2094992" y="4572"/>
                  </a:moveTo>
                  <a:lnTo>
                    <a:pt x="2120392" y="4572"/>
                  </a:lnTo>
                  <a:lnTo>
                    <a:pt x="2094992" y="4572"/>
                  </a:lnTo>
                  <a:close/>
                  <a:moveTo>
                    <a:pt x="2145792" y="4572"/>
                  </a:moveTo>
                  <a:lnTo>
                    <a:pt x="2171192" y="4572"/>
                  </a:lnTo>
                  <a:lnTo>
                    <a:pt x="2145792" y="4572"/>
                  </a:lnTo>
                  <a:close/>
                  <a:moveTo>
                    <a:pt x="2196592" y="4572"/>
                  </a:moveTo>
                  <a:lnTo>
                    <a:pt x="2221992" y="4572"/>
                  </a:lnTo>
                  <a:lnTo>
                    <a:pt x="2196592" y="4572"/>
                  </a:lnTo>
                  <a:close/>
                  <a:moveTo>
                    <a:pt x="2247392" y="4572"/>
                  </a:moveTo>
                  <a:lnTo>
                    <a:pt x="2272792" y="4572"/>
                  </a:lnTo>
                  <a:lnTo>
                    <a:pt x="2247392" y="4572"/>
                  </a:lnTo>
                  <a:close/>
                  <a:moveTo>
                    <a:pt x="2298192" y="4572"/>
                  </a:moveTo>
                  <a:lnTo>
                    <a:pt x="2323592" y="4572"/>
                  </a:lnTo>
                  <a:lnTo>
                    <a:pt x="2298192" y="4572"/>
                  </a:lnTo>
                  <a:close/>
                  <a:moveTo>
                    <a:pt x="2348992" y="4572"/>
                  </a:moveTo>
                  <a:lnTo>
                    <a:pt x="2374392" y="4572"/>
                  </a:lnTo>
                  <a:lnTo>
                    <a:pt x="2348992" y="4572"/>
                  </a:lnTo>
                  <a:close/>
                  <a:moveTo>
                    <a:pt x="2399792" y="4572"/>
                  </a:moveTo>
                  <a:lnTo>
                    <a:pt x="2425192" y="4572"/>
                  </a:lnTo>
                  <a:lnTo>
                    <a:pt x="2399792" y="4572"/>
                  </a:lnTo>
                  <a:close/>
                  <a:moveTo>
                    <a:pt x="2450592" y="4572"/>
                  </a:moveTo>
                  <a:lnTo>
                    <a:pt x="2475992" y="4572"/>
                  </a:lnTo>
                  <a:lnTo>
                    <a:pt x="2450592" y="4572"/>
                  </a:lnTo>
                  <a:close/>
                  <a:moveTo>
                    <a:pt x="2501392" y="4572"/>
                  </a:moveTo>
                  <a:lnTo>
                    <a:pt x="2526792" y="4572"/>
                  </a:lnTo>
                  <a:lnTo>
                    <a:pt x="2501392" y="4572"/>
                  </a:lnTo>
                  <a:close/>
                  <a:moveTo>
                    <a:pt x="2552192" y="4572"/>
                  </a:moveTo>
                  <a:lnTo>
                    <a:pt x="2577592" y="4572"/>
                  </a:lnTo>
                  <a:lnTo>
                    <a:pt x="2552192" y="4572"/>
                  </a:lnTo>
                  <a:close/>
                  <a:moveTo>
                    <a:pt x="2602992" y="4572"/>
                  </a:moveTo>
                  <a:lnTo>
                    <a:pt x="2628392" y="4572"/>
                  </a:lnTo>
                  <a:lnTo>
                    <a:pt x="2602992" y="4572"/>
                  </a:lnTo>
                  <a:close/>
                  <a:moveTo>
                    <a:pt x="2653792" y="4572"/>
                  </a:moveTo>
                  <a:lnTo>
                    <a:pt x="2679192" y="4572"/>
                  </a:lnTo>
                  <a:lnTo>
                    <a:pt x="2653792" y="4572"/>
                  </a:lnTo>
                  <a:close/>
                  <a:moveTo>
                    <a:pt x="2704592" y="4572"/>
                  </a:moveTo>
                  <a:lnTo>
                    <a:pt x="2729992" y="4572"/>
                  </a:lnTo>
                  <a:lnTo>
                    <a:pt x="2704592" y="4572"/>
                  </a:lnTo>
                  <a:close/>
                  <a:moveTo>
                    <a:pt x="2755392" y="4572"/>
                  </a:moveTo>
                  <a:lnTo>
                    <a:pt x="2780792" y="4572"/>
                  </a:lnTo>
                  <a:lnTo>
                    <a:pt x="2755392" y="4572"/>
                  </a:lnTo>
                  <a:close/>
                  <a:moveTo>
                    <a:pt x="2806192" y="4572"/>
                  </a:moveTo>
                  <a:lnTo>
                    <a:pt x="2831592" y="4572"/>
                  </a:lnTo>
                  <a:lnTo>
                    <a:pt x="2806192" y="4572"/>
                  </a:lnTo>
                  <a:close/>
                  <a:moveTo>
                    <a:pt x="2856992" y="4572"/>
                  </a:moveTo>
                  <a:lnTo>
                    <a:pt x="2882392" y="4572"/>
                  </a:lnTo>
                  <a:lnTo>
                    <a:pt x="2856992" y="4572"/>
                  </a:lnTo>
                  <a:close/>
                  <a:moveTo>
                    <a:pt x="2907792" y="4572"/>
                  </a:moveTo>
                  <a:lnTo>
                    <a:pt x="2933192" y="4572"/>
                  </a:lnTo>
                  <a:lnTo>
                    <a:pt x="2907792" y="4572"/>
                  </a:lnTo>
                  <a:close/>
                  <a:moveTo>
                    <a:pt x="2958592" y="4572"/>
                  </a:moveTo>
                  <a:lnTo>
                    <a:pt x="2983992" y="4572"/>
                  </a:lnTo>
                  <a:lnTo>
                    <a:pt x="2958592" y="4572"/>
                  </a:lnTo>
                  <a:close/>
                  <a:moveTo>
                    <a:pt x="3009392" y="4572"/>
                  </a:moveTo>
                  <a:lnTo>
                    <a:pt x="3034792" y="4572"/>
                  </a:lnTo>
                  <a:lnTo>
                    <a:pt x="3009392" y="4572"/>
                  </a:lnTo>
                  <a:close/>
                  <a:moveTo>
                    <a:pt x="3060192" y="4572"/>
                  </a:moveTo>
                  <a:lnTo>
                    <a:pt x="3085592" y="4572"/>
                  </a:lnTo>
                  <a:lnTo>
                    <a:pt x="3060192" y="4572"/>
                  </a:lnTo>
                  <a:close/>
                  <a:moveTo>
                    <a:pt x="3110992" y="4572"/>
                  </a:moveTo>
                  <a:lnTo>
                    <a:pt x="3136392" y="4572"/>
                  </a:lnTo>
                  <a:lnTo>
                    <a:pt x="3110992" y="4572"/>
                  </a:lnTo>
                  <a:close/>
                  <a:moveTo>
                    <a:pt x="3161792" y="4572"/>
                  </a:moveTo>
                  <a:lnTo>
                    <a:pt x="3187192" y="4572"/>
                  </a:lnTo>
                  <a:lnTo>
                    <a:pt x="3161792" y="4572"/>
                  </a:lnTo>
                  <a:close/>
                  <a:moveTo>
                    <a:pt x="3212592" y="4572"/>
                  </a:moveTo>
                  <a:lnTo>
                    <a:pt x="3237992" y="4572"/>
                  </a:lnTo>
                  <a:lnTo>
                    <a:pt x="3212592" y="4572"/>
                  </a:lnTo>
                  <a:close/>
                  <a:moveTo>
                    <a:pt x="3263392" y="4572"/>
                  </a:moveTo>
                  <a:lnTo>
                    <a:pt x="3288792" y="4572"/>
                  </a:lnTo>
                  <a:lnTo>
                    <a:pt x="3263392" y="4572"/>
                  </a:lnTo>
                  <a:close/>
                  <a:moveTo>
                    <a:pt x="3314192" y="4572"/>
                  </a:moveTo>
                  <a:lnTo>
                    <a:pt x="3339592" y="4572"/>
                  </a:lnTo>
                  <a:lnTo>
                    <a:pt x="3314192" y="4572"/>
                  </a:lnTo>
                  <a:close/>
                  <a:moveTo>
                    <a:pt x="3364992" y="4572"/>
                  </a:moveTo>
                  <a:lnTo>
                    <a:pt x="3390392" y="4572"/>
                  </a:lnTo>
                  <a:lnTo>
                    <a:pt x="3364992" y="4572"/>
                  </a:lnTo>
                  <a:close/>
                  <a:moveTo>
                    <a:pt x="3415792" y="4572"/>
                  </a:moveTo>
                  <a:lnTo>
                    <a:pt x="3441192" y="4572"/>
                  </a:lnTo>
                  <a:lnTo>
                    <a:pt x="3415792" y="4572"/>
                  </a:lnTo>
                  <a:close/>
                  <a:moveTo>
                    <a:pt x="3466592" y="4572"/>
                  </a:moveTo>
                  <a:lnTo>
                    <a:pt x="3491992" y="4572"/>
                  </a:lnTo>
                  <a:lnTo>
                    <a:pt x="3466592" y="4572"/>
                  </a:lnTo>
                  <a:close/>
                  <a:moveTo>
                    <a:pt x="3517392" y="4572"/>
                  </a:moveTo>
                  <a:lnTo>
                    <a:pt x="3542792" y="4572"/>
                  </a:lnTo>
                  <a:lnTo>
                    <a:pt x="3517392" y="4572"/>
                  </a:lnTo>
                  <a:close/>
                  <a:moveTo>
                    <a:pt x="3568192" y="4572"/>
                  </a:moveTo>
                  <a:lnTo>
                    <a:pt x="3593592" y="4572"/>
                  </a:lnTo>
                  <a:lnTo>
                    <a:pt x="3568192" y="4572"/>
                  </a:lnTo>
                  <a:close/>
                  <a:moveTo>
                    <a:pt x="3618992" y="4572"/>
                  </a:moveTo>
                  <a:lnTo>
                    <a:pt x="3644392" y="4572"/>
                  </a:lnTo>
                  <a:lnTo>
                    <a:pt x="3618992" y="4572"/>
                  </a:lnTo>
                  <a:close/>
                  <a:moveTo>
                    <a:pt x="3669792" y="4572"/>
                  </a:moveTo>
                  <a:lnTo>
                    <a:pt x="3695192" y="4572"/>
                  </a:lnTo>
                  <a:lnTo>
                    <a:pt x="3669792" y="4572"/>
                  </a:lnTo>
                  <a:close/>
                  <a:moveTo>
                    <a:pt x="3720592" y="4572"/>
                  </a:moveTo>
                  <a:lnTo>
                    <a:pt x="3745992" y="4572"/>
                  </a:lnTo>
                  <a:lnTo>
                    <a:pt x="3720592" y="4572"/>
                  </a:lnTo>
                  <a:close/>
                  <a:moveTo>
                    <a:pt x="3771392" y="4572"/>
                  </a:moveTo>
                  <a:lnTo>
                    <a:pt x="3796792" y="4572"/>
                  </a:lnTo>
                  <a:lnTo>
                    <a:pt x="3771392" y="4572"/>
                  </a:lnTo>
                  <a:close/>
                  <a:moveTo>
                    <a:pt x="3822192" y="4572"/>
                  </a:moveTo>
                  <a:lnTo>
                    <a:pt x="3847592" y="4572"/>
                  </a:lnTo>
                  <a:lnTo>
                    <a:pt x="3822192" y="4572"/>
                  </a:lnTo>
                  <a:close/>
                  <a:moveTo>
                    <a:pt x="3872992" y="4572"/>
                  </a:moveTo>
                  <a:lnTo>
                    <a:pt x="3898392" y="4572"/>
                  </a:lnTo>
                  <a:lnTo>
                    <a:pt x="3872992" y="4572"/>
                  </a:lnTo>
                  <a:close/>
                  <a:moveTo>
                    <a:pt x="3923792" y="4572"/>
                  </a:moveTo>
                  <a:lnTo>
                    <a:pt x="3949192" y="4572"/>
                  </a:lnTo>
                  <a:lnTo>
                    <a:pt x="3923792" y="4572"/>
                  </a:lnTo>
                  <a:close/>
                  <a:moveTo>
                    <a:pt x="3974592" y="4572"/>
                  </a:moveTo>
                  <a:lnTo>
                    <a:pt x="3999992" y="4572"/>
                  </a:lnTo>
                  <a:lnTo>
                    <a:pt x="3974592" y="4572"/>
                  </a:lnTo>
                  <a:close/>
                  <a:moveTo>
                    <a:pt x="4025392" y="4572"/>
                  </a:moveTo>
                  <a:lnTo>
                    <a:pt x="4050792" y="4572"/>
                  </a:lnTo>
                  <a:lnTo>
                    <a:pt x="4025392" y="4572"/>
                  </a:lnTo>
                  <a:close/>
                  <a:moveTo>
                    <a:pt x="4076192" y="4572"/>
                  </a:moveTo>
                  <a:lnTo>
                    <a:pt x="4101592" y="4572"/>
                  </a:lnTo>
                  <a:lnTo>
                    <a:pt x="4076192" y="4572"/>
                  </a:lnTo>
                  <a:close/>
                  <a:moveTo>
                    <a:pt x="4126992" y="4572"/>
                  </a:moveTo>
                  <a:lnTo>
                    <a:pt x="4152392" y="4572"/>
                  </a:lnTo>
                  <a:lnTo>
                    <a:pt x="4126992" y="4572"/>
                  </a:lnTo>
                  <a:close/>
                  <a:moveTo>
                    <a:pt x="4177792" y="4572"/>
                  </a:moveTo>
                  <a:lnTo>
                    <a:pt x="4203192" y="4572"/>
                  </a:lnTo>
                  <a:lnTo>
                    <a:pt x="4177792" y="4572"/>
                  </a:lnTo>
                  <a:close/>
                  <a:moveTo>
                    <a:pt x="4228592" y="4572"/>
                  </a:moveTo>
                  <a:lnTo>
                    <a:pt x="4253992" y="4572"/>
                  </a:lnTo>
                  <a:lnTo>
                    <a:pt x="4228592" y="4572"/>
                  </a:lnTo>
                  <a:close/>
                  <a:moveTo>
                    <a:pt x="4279392" y="4572"/>
                  </a:moveTo>
                  <a:lnTo>
                    <a:pt x="4304792" y="4572"/>
                  </a:lnTo>
                  <a:lnTo>
                    <a:pt x="4279392" y="4572"/>
                  </a:lnTo>
                  <a:close/>
                  <a:moveTo>
                    <a:pt x="4330192" y="4572"/>
                  </a:moveTo>
                  <a:lnTo>
                    <a:pt x="4355592" y="4572"/>
                  </a:lnTo>
                  <a:lnTo>
                    <a:pt x="4330192" y="4572"/>
                  </a:lnTo>
                  <a:close/>
                  <a:moveTo>
                    <a:pt x="4380992" y="4572"/>
                  </a:moveTo>
                  <a:lnTo>
                    <a:pt x="4406392" y="4572"/>
                  </a:lnTo>
                  <a:lnTo>
                    <a:pt x="4380992" y="4572"/>
                  </a:lnTo>
                  <a:close/>
                  <a:moveTo>
                    <a:pt x="4431792" y="4572"/>
                  </a:moveTo>
                  <a:lnTo>
                    <a:pt x="4457192" y="4572"/>
                  </a:lnTo>
                  <a:lnTo>
                    <a:pt x="4431792" y="4572"/>
                  </a:lnTo>
                  <a:close/>
                  <a:moveTo>
                    <a:pt x="4482592" y="4572"/>
                  </a:moveTo>
                  <a:lnTo>
                    <a:pt x="4507992" y="4572"/>
                  </a:lnTo>
                  <a:lnTo>
                    <a:pt x="4482592" y="4572"/>
                  </a:lnTo>
                  <a:close/>
                  <a:moveTo>
                    <a:pt x="4533392" y="4572"/>
                  </a:moveTo>
                  <a:lnTo>
                    <a:pt x="4558792" y="4572"/>
                  </a:lnTo>
                  <a:lnTo>
                    <a:pt x="4533392" y="4572"/>
                  </a:lnTo>
                  <a:close/>
                  <a:moveTo>
                    <a:pt x="4584192" y="4572"/>
                  </a:moveTo>
                  <a:lnTo>
                    <a:pt x="4609592" y="4572"/>
                  </a:lnTo>
                  <a:lnTo>
                    <a:pt x="4584192" y="4572"/>
                  </a:lnTo>
                  <a:close/>
                  <a:moveTo>
                    <a:pt x="4634992" y="4572"/>
                  </a:moveTo>
                  <a:lnTo>
                    <a:pt x="4660392" y="4572"/>
                  </a:lnTo>
                  <a:lnTo>
                    <a:pt x="4634992" y="4572"/>
                  </a:lnTo>
                  <a:close/>
                  <a:moveTo>
                    <a:pt x="4685792" y="4572"/>
                  </a:moveTo>
                  <a:lnTo>
                    <a:pt x="4711192" y="4572"/>
                  </a:lnTo>
                  <a:lnTo>
                    <a:pt x="4685792" y="4572"/>
                  </a:lnTo>
                  <a:close/>
                  <a:moveTo>
                    <a:pt x="4736592" y="4572"/>
                  </a:moveTo>
                  <a:lnTo>
                    <a:pt x="4761992" y="4572"/>
                  </a:lnTo>
                  <a:lnTo>
                    <a:pt x="4736592" y="4572"/>
                  </a:lnTo>
                  <a:close/>
                  <a:moveTo>
                    <a:pt x="4787392" y="4572"/>
                  </a:moveTo>
                  <a:lnTo>
                    <a:pt x="4812792" y="4572"/>
                  </a:lnTo>
                  <a:lnTo>
                    <a:pt x="4787392" y="4572"/>
                  </a:lnTo>
                  <a:close/>
                  <a:moveTo>
                    <a:pt x="4838192" y="4572"/>
                  </a:moveTo>
                  <a:lnTo>
                    <a:pt x="4863592" y="4572"/>
                  </a:lnTo>
                  <a:lnTo>
                    <a:pt x="4838192" y="4572"/>
                  </a:lnTo>
                  <a:close/>
                  <a:moveTo>
                    <a:pt x="4888992" y="4572"/>
                  </a:moveTo>
                  <a:lnTo>
                    <a:pt x="4914392" y="4572"/>
                  </a:lnTo>
                  <a:lnTo>
                    <a:pt x="4888992" y="4572"/>
                  </a:lnTo>
                  <a:close/>
                  <a:moveTo>
                    <a:pt x="4939792" y="4572"/>
                  </a:moveTo>
                  <a:lnTo>
                    <a:pt x="4965192" y="4572"/>
                  </a:lnTo>
                  <a:lnTo>
                    <a:pt x="4939792" y="4572"/>
                  </a:lnTo>
                  <a:close/>
                  <a:moveTo>
                    <a:pt x="4990592" y="4572"/>
                  </a:moveTo>
                  <a:lnTo>
                    <a:pt x="5015992" y="4572"/>
                  </a:lnTo>
                  <a:lnTo>
                    <a:pt x="4990592" y="4572"/>
                  </a:lnTo>
                  <a:close/>
                  <a:moveTo>
                    <a:pt x="5041392" y="4572"/>
                  </a:moveTo>
                  <a:lnTo>
                    <a:pt x="5066792" y="4572"/>
                  </a:lnTo>
                  <a:lnTo>
                    <a:pt x="5041392" y="4572"/>
                  </a:lnTo>
                  <a:close/>
                  <a:moveTo>
                    <a:pt x="5092192" y="4572"/>
                  </a:moveTo>
                  <a:lnTo>
                    <a:pt x="5117592" y="4572"/>
                  </a:lnTo>
                  <a:lnTo>
                    <a:pt x="5092192" y="4572"/>
                  </a:lnTo>
                  <a:close/>
                  <a:moveTo>
                    <a:pt x="5142992" y="4572"/>
                  </a:moveTo>
                  <a:lnTo>
                    <a:pt x="5168392" y="4572"/>
                  </a:lnTo>
                  <a:lnTo>
                    <a:pt x="5142992" y="4572"/>
                  </a:lnTo>
                  <a:close/>
                  <a:moveTo>
                    <a:pt x="5193792" y="4572"/>
                  </a:moveTo>
                  <a:lnTo>
                    <a:pt x="5219192" y="4572"/>
                  </a:lnTo>
                  <a:lnTo>
                    <a:pt x="5193792" y="4572"/>
                  </a:lnTo>
                  <a:close/>
                  <a:moveTo>
                    <a:pt x="5244592" y="4572"/>
                  </a:moveTo>
                  <a:lnTo>
                    <a:pt x="5269992" y="4572"/>
                  </a:lnTo>
                  <a:lnTo>
                    <a:pt x="5244592" y="4572"/>
                  </a:lnTo>
                  <a:close/>
                  <a:moveTo>
                    <a:pt x="5295392" y="4572"/>
                  </a:moveTo>
                  <a:lnTo>
                    <a:pt x="5320792" y="4572"/>
                  </a:lnTo>
                  <a:lnTo>
                    <a:pt x="5295392" y="4572"/>
                  </a:lnTo>
                  <a:close/>
                  <a:moveTo>
                    <a:pt x="5346192" y="4572"/>
                  </a:moveTo>
                  <a:lnTo>
                    <a:pt x="5371592" y="4572"/>
                  </a:lnTo>
                  <a:lnTo>
                    <a:pt x="5346192" y="4572"/>
                  </a:lnTo>
                  <a:close/>
                  <a:moveTo>
                    <a:pt x="5396992" y="4572"/>
                  </a:moveTo>
                  <a:lnTo>
                    <a:pt x="5422392" y="4572"/>
                  </a:lnTo>
                  <a:lnTo>
                    <a:pt x="5396992" y="4572"/>
                  </a:lnTo>
                  <a:close/>
                  <a:moveTo>
                    <a:pt x="5447792" y="4572"/>
                  </a:moveTo>
                  <a:lnTo>
                    <a:pt x="5473192" y="4572"/>
                  </a:lnTo>
                  <a:lnTo>
                    <a:pt x="5447792" y="4572"/>
                  </a:lnTo>
                  <a:close/>
                  <a:moveTo>
                    <a:pt x="5498592" y="4572"/>
                  </a:moveTo>
                  <a:lnTo>
                    <a:pt x="5523992" y="4572"/>
                  </a:lnTo>
                  <a:lnTo>
                    <a:pt x="5498592" y="4572"/>
                  </a:lnTo>
                  <a:close/>
                  <a:moveTo>
                    <a:pt x="5549392" y="4572"/>
                  </a:moveTo>
                  <a:lnTo>
                    <a:pt x="5574792" y="4572"/>
                  </a:lnTo>
                  <a:lnTo>
                    <a:pt x="5549392" y="4572"/>
                  </a:lnTo>
                  <a:close/>
                  <a:moveTo>
                    <a:pt x="5600192" y="4572"/>
                  </a:moveTo>
                  <a:lnTo>
                    <a:pt x="5625592" y="4572"/>
                  </a:lnTo>
                  <a:lnTo>
                    <a:pt x="5600192" y="4572"/>
                  </a:lnTo>
                  <a:close/>
                  <a:moveTo>
                    <a:pt x="5650992" y="4572"/>
                  </a:moveTo>
                  <a:lnTo>
                    <a:pt x="5676392" y="4572"/>
                  </a:lnTo>
                  <a:lnTo>
                    <a:pt x="5650992" y="4572"/>
                  </a:lnTo>
                  <a:close/>
                  <a:moveTo>
                    <a:pt x="5701792" y="4572"/>
                  </a:moveTo>
                  <a:lnTo>
                    <a:pt x="5727192" y="4572"/>
                  </a:lnTo>
                  <a:lnTo>
                    <a:pt x="5701792" y="4572"/>
                  </a:lnTo>
                  <a:close/>
                  <a:moveTo>
                    <a:pt x="5752592" y="4572"/>
                  </a:moveTo>
                  <a:lnTo>
                    <a:pt x="5777992" y="4572"/>
                  </a:lnTo>
                  <a:lnTo>
                    <a:pt x="5752592" y="4572"/>
                  </a:lnTo>
                  <a:close/>
                  <a:moveTo>
                    <a:pt x="5803392" y="4572"/>
                  </a:moveTo>
                  <a:lnTo>
                    <a:pt x="5828792" y="4572"/>
                  </a:lnTo>
                  <a:lnTo>
                    <a:pt x="5803392" y="4572"/>
                  </a:lnTo>
                  <a:close/>
                  <a:moveTo>
                    <a:pt x="5854192" y="4572"/>
                  </a:moveTo>
                  <a:lnTo>
                    <a:pt x="5879592" y="4572"/>
                  </a:lnTo>
                  <a:lnTo>
                    <a:pt x="5854192" y="4572"/>
                  </a:lnTo>
                  <a:close/>
                  <a:moveTo>
                    <a:pt x="5904992" y="4572"/>
                  </a:moveTo>
                  <a:lnTo>
                    <a:pt x="5930392" y="4572"/>
                  </a:lnTo>
                  <a:lnTo>
                    <a:pt x="5904992" y="4572"/>
                  </a:lnTo>
                  <a:close/>
                  <a:moveTo>
                    <a:pt x="5955792" y="4572"/>
                  </a:moveTo>
                  <a:lnTo>
                    <a:pt x="5981192" y="4572"/>
                  </a:lnTo>
                  <a:lnTo>
                    <a:pt x="5955792" y="4572"/>
                  </a:lnTo>
                  <a:close/>
                  <a:moveTo>
                    <a:pt x="6006592" y="4572"/>
                  </a:moveTo>
                  <a:lnTo>
                    <a:pt x="6031992" y="4572"/>
                  </a:lnTo>
                  <a:lnTo>
                    <a:pt x="6006592" y="4572"/>
                  </a:lnTo>
                  <a:close/>
                  <a:moveTo>
                    <a:pt x="6057392" y="4572"/>
                  </a:moveTo>
                  <a:lnTo>
                    <a:pt x="6082792" y="4572"/>
                  </a:lnTo>
                  <a:lnTo>
                    <a:pt x="6057392" y="4572"/>
                  </a:lnTo>
                  <a:close/>
                  <a:moveTo>
                    <a:pt x="6108192" y="4572"/>
                  </a:moveTo>
                  <a:lnTo>
                    <a:pt x="6133592" y="4572"/>
                  </a:lnTo>
                  <a:lnTo>
                    <a:pt x="6108192" y="4572"/>
                  </a:lnTo>
                  <a:close/>
                  <a:moveTo>
                    <a:pt x="6158992" y="4572"/>
                  </a:moveTo>
                  <a:lnTo>
                    <a:pt x="6184392" y="4572"/>
                  </a:lnTo>
                  <a:lnTo>
                    <a:pt x="6158992" y="4572"/>
                  </a:lnTo>
                  <a:close/>
                  <a:moveTo>
                    <a:pt x="6209792" y="4572"/>
                  </a:moveTo>
                  <a:lnTo>
                    <a:pt x="6235192" y="4572"/>
                  </a:lnTo>
                  <a:lnTo>
                    <a:pt x="6209792" y="4572"/>
                  </a:lnTo>
                  <a:close/>
                  <a:moveTo>
                    <a:pt x="6260592" y="4572"/>
                  </a:moveTo>
                  <a:lnTo>
                    <a:pt x="6285992" y="4572"/>
                  </a:lnTo>
                  <a:lnTo>
                    <a:pt x="6260592" y="4572"/>
                  </a:lnTo>
                  <a:close/>
                  <a:moveTo>
                    <a:pt x="6311392" y="4572"/>
                  </a:moveTo>
                  <a:lnTo>
                    <a:pt x="6336792" y="4572"/>
                  </a:lnTo>
                  <a:lnTo>
                    <a:pt x="6311392" y="4572"/>
                  </a:lnTo>
                  <a:close/>
                  <a:moveTo>
                    <a:pt x="6362192" y="4572"/>
                  </a:moveTo>
                  <a:lnTo>
                    <a:pt x="6387592" y="4572"/>
                  </a:lnTo>
                  <a:lnTo>
                    <a:pt x="6362192" y="4572"/>
                  </a:lnTo>
                  <a:close/>
                  <a:moveTo>
                    <a:pt x="6412992" y="4572"/>
                  </a:moveTo>
                  <a:lnTo>
                    <a:pt x="6438392" y="4572"/>
                  </a:lnTo>
                  <a:lnTo>
                    <a:pt x="6412992" y="4572"/>
                  </a:lnTo>
                  <a:close/>
                  <a:moveTo>
                    <a:pt x="6463792" y="4572"/>
                  </a:moveTo>
                  <a:lnTo>
                    <a:pt x="6489192" y="4572"/>
                  </a:lnTo>
                  <a:lnTo>
                    <a:pt x="6463792" y="4572"/>
                  </a:lnTo>
                  <a:close/>
                  <a:moveTo>
                    <a:pt x="6514592" y="4572"/>
                  </a:moveTo>
                  <a:lnTo>
                    <a:pt x="6539992" y="4572"/>
                  </a:lnTo>
                  <a:lnTo>
                    <a:pt x="6514592" y="4572"/>
                  </a:lnTo>
                  <a:close/>
                  <a:moveTo>
                    <a:pt x="6565392" y="4572"/>
                  </a:moveTo>
                  <a:lnTo>
                    <a:pt x="6590792" y="4572"/>
                  </a:lnTo>
                  <a:lnTo>
                    <a:pt x="6565392" y="4572"/>
                  </a:lnTo>
                  <a:close/>
                  <a:moveTo>
                    <a:pt x="6616192" y="4572"/>
                  </a:moveTo>
                  <a:lnTo>
                    <a:pt x="6641592" y="4572"/>
                  </a:lnTo>
                  <a:lnTo>
                    <a:pt x="6616192" y="4572"/>
                  </a:lnTo>
                  <a:close/>
                  <a:moveTo>
                    <a:pt x="6666992" y="4572"/>
                  </a:moveTo>
                  <a:lnTo>
                    <a:pt x="6692392" y="4572"/>
                  </a:lnTo>
                  <a:lnTo>
                    <a:pt x="6666992" y="4572"/>
                  </a:lnTo>
                  <a:close/>
                  <a:moveTo>
                    <a:pt x="6717792" y="4572"/>
                  </a:moveTo>
                  <a:lnTo>
                    <a:pt x="6743192" y="4572"/>
                  </a:lnTo>
                  <a:lnTo>
                    <a:pt x="6717792" y="4572"/>
                  </a:lnTo>
                  <a:close/>
                  <a:moveTo>
                    <a:pt x="6768592" y="4572"/>
                  </a:moveTo>
                  <a:lnTo>
                    <a:pt x="6793992" y="4572"/>
                  </a:lnTo>
                  <a:lnTo>
                    <a:pt x="6768592" y="4572"/>
                  </a:lnTo>
                  <a:close/>
                  <a:moveTo>
                    <a:pt x="6819392" y="4572"/>
                  </a:moveTo>
                  <a:lnTo>
                    <a:pt x="6844792" y="4572"/>
                  </a:lnTo>
                  <a:lnTo>
                    <a:pt x="6819392" y="4572"/>
                  </a:lnTo>
                  <a:close/>
                  <a:moveTo>
                    <a:pt x="6870192" y="4572"/>
                  </a:moveTo>
                  <a:lnTo>
                    <a:pt x="6895592" y="4572"/>
                  </a:lnTo>
                  <a:lnTo>
                    <a:pt x="6870192" y="4572"/>
                  </a:lnTo>
                  <a:close/>
                  <a:moveTo>
                    <a:pt x="6920992" y="4572"/>
                  </a:moveTo>
                  <a:lnTo>
                    <a:pt x="6946392" y="4572"/>
                  </a:lnTo>
                  <a:lnTo>
                    <a:pt x="6920992" y="4572"/>
                  </a:lnTo>
                  <a:close/>
                  <a:moveTo>
                    <a:pt x="6971792" y="4572"/>
                  </a:moveTo>
                  <a:lnTo>
                    <a:pt x="6997192" y="4572"/>
                  </a:lnTo>
                  <a:lnTo>
                    <a:pt x="6971792" y="4572"/>
                  </a:lnTo>
                  <a:close/>
                  <a:moveTo>
                    <a:pt x="7022592" y="4572"/>
                  </a:moveTo>
                  <a:lnTo>
                    <a:pt x="7047992" y="4572"/>
                  </a:lnTo>
                  <a:lnTo>
                    <a:pt x="7022592" y="4572"/>
                  </a:lnTo>
                  <a:close/>
                  <a:moveTo>
                    <a:pt x="7073392" y="4572"/>
                  </a:moveTo>
                  <a:lnTo>
                    <a:pt x="7098792" y="4572"/>
                  </a:lnTo>
                  <a:lnTo>
                    <a:pt x="7073392" y="4572"/>
                  </a:lnTo>
                  <a:close/>
                  <a:moveTo>
                    <a:pt x="7124192" y="4572"/>
                  </a:moveTo>
                  <a:lnTo>
                    <a:pt x="7149592" y="4572"/>
                  </a:lnTo>
                  <a:lnTo>
                    <a:pt x="7124192" y="4572"/>
                  </a:lnTo>
                  <a:close/>
                  <a:moveTo>
                    <a:pt x="7174992" y="4572"/>
                  </a:moveTo>
                  <a:lnTo>
                    <a:pt x="7200392" y="4572"/>
                  </a:lnTo>
                  <a:lnTo>
                    <a:pt x="7174992" y="4572"/>
                  </a:lnTo>
                  <a:close/>
                  <a:moveTo>
                    <a:pt x="7225792" y="4572"/>
                  </a:moveTo>
                  <a:lnTo>
                    <a:pt x="7251192" y="4572"/>
                  </a:lnTo>
                  <a:lnTo>
                    <a:pt x="7225792" y="4572"/>
                  </a:lnTo>
                  <a:close/>
                  <a:moveTo>
                    <a:pt x="7276592" y="4572"/>
                  </a:moveTo>
                  <a:lnTo>
                    <a:pt x="7301992" y="4572"/>
                  </a:lnTo>
                  <a:lnTo>
                    <a:pt x="7276592" y="4572"/>
                  </a:lnTo>
                  <a:close/>
                  <a:moveTo>
                    <a:pt x="7327392" y="4572"/>
                  </a:moveTo>
                  <a:lnTo>
                    <a:pt x="7352792" y="4572"/>
                  </a:lnTo>
                  <a:lnTo>
                    <a:pt x="7327392" y="4572"/>
                  </a:lnTo>
                  <a:close/>
                  <a:moveTo>
                    <a:pt x="7378192" y="4572"/>
                  </a:moveTo>
                  <a:lnTo>
                    <a:pt x="7403592" y="4572"/>
                  </a:lnTo>
                  <a:lnTo>
                    <a:pt x="7378192" y="4572"/>
                  </a:lnTo>
                  <a:close/>
                  <a:moveTo>
                    <a:pt x="7428992" y="4572"/>
                  </a:moveTo>
                  <a:lnTo>
                    <a:pt x="7454392" y="4572"/>
                  </a:lnTo>
                  <a:lnTo>
                    <a:pt x="7428992" y="4572"/>
                  </a:lnTo>
                  <a:close/>
                  <a:moveTo>
                    <a:pt x="7479792" y="4572"/>
                  </a:moveTo>
                  <a:lnTo>
                    <a:pt x="7505192" y="4572"/>
                  </a:lnTo>
                  <a:lnTo>
                    <a:pt x="7479792" y="4572"/>
                  </a:lnTo>
                  <a:close/>
                  <a:moveTo>
                    <a:pt x="7530592" y="4572"/>
                  </a:moveTo>
                  <a:lnTo>
                    <a:pt x="7555992" y="4572"/>
                  </a:lnTo>
                  <a:lnTo>
                    <a:pt x="7530592" y="4572"/>
                  </a:lnTo>
                  <a:close/>
                  <a:moveTo>
                    <a:pt x="7581392" y="4572"/>
                  </a:moveTo>
                  <a:lnTo>
                    <a:pt x="7606792" y="4572"/>
                  </a:lnTo>
                  <a:lnTo>
                    <a:pt x="7581392" y="4572"/>
                  </a:lnTo>
                  <a:close/>
                  <a:moveTo>
                    <a:pt x="7632192" y="4572"/>
                  </a:moveTo>
                  <a:lnTo>
                    <a:pt x="7657592" y="4572"/>
                  </a:lnTo>
                  <a:lnTo>
                    <a:pt x="7632192" y="4572"/>
                  </a:lnTo>
                  <a:close/>
                  <a:moveTo>
                    <a:pt x="7682992" y="4572"/>
                  </a:moveTo>
                  <a:lnTo>
                    <a:pt x="7708392" y="4572"/>
                  </a:lnTo>
                  <a:lnTo>
                    <a:pt x="7682992" y="4572"/>
                  </a:lnTo>
                  <a:close/>
                  <a:moveTo>
                    <a:pt x="7733792" y="4572"/>
                  </a:moveTo>
                  <a:lnTo>
                    <a:pt x="7759192" y="4572"/>
                  </a:lnTo>
                  <a:lnTo>
                    <a:pt x="7733792" y="4572"/>
                  </a:lnTo>
                  <a:close/>
                  <a:moveTo>
                    <a:pt x="7784592" y="4572"/>
                  </a:moveTo>
                  <a:lnTo>
                    <a:pt x="7809992" y="4572"/>
                  </a:lnTo>
                  <a:lnTo>
                    <a:pt x="7784592" y="4572"/>
                  </a:lnTo>
                  <a:close/>
                  <a:moveTo>
                    <a:pt x="7835392" y="4572"/>
                  </a:moveTo>
                  <a:lnTo>
                    <a:pt x="7860792" y="4572"/>
                  </a:lnTo>
                  <a:lnTo>
                    <a:pt x="7835392" y="4572"/>
                  </a:lnTo>
                  <a:close/>
                  <a:moveTo>
                    <a:pt x="7886192" y="4572"/>
                  </a:moveTo>
                  <a:lnTo>
                    <a:pt x="7911592" y="4572"/>
                  </a:lnTo>
                  <a:lnTo>
                    <a:pt x="7886192" y="4572"/>
                  </a:lnTo>
                  <a:close/>
                  <a:moveTo>
                    <a:pt x="7936992" y="4572"/>
                  </a:moveTo>
                  <a:lnTo>
                    <a:pt x="7962392" y="4572"/>
                  </a:lnTo>
                  <a:lnTo>
                    <a:pt x="7936992" y="4572"/>
                  </a:lnTo>
                  <a:close/>
                  <a:moveTo>
                    <a:pt x="7987792" y="4572"/>
                  </a:moveTo>
                  <a:lnTo>
                    <a:pt x="8013192" y="4572"/>
                  </a:lnTo>
                  <a:lnTo>
                    <a:pt x="7987792" y="4572"/>
                  </a:lnTo>
                  <a:close/>
                  <a:moveTo>
                    <a:pt x="8038592" y="4572"/>
                  </a:moveTo>
                  <a:lnTo>
                    <a:pt x="8063992" y="4572"/>
                  </a:lnTo>
                  <a:lnTo>
                    <a:pt x="8038592" y="4572"/>
                  </a:lnTo>
                  <a:close/>
                  <a:moveTo>
                    <a:pt x="8089392" y="4572"/>
                  </a:moveTo>
                  <a:lnTo>
                    <a:pt x="8114792" y="4572"/>
                  </a:lnTo>
                  <a:lnTo>
                    <a:pt x="8089392" y="4572"/>
                  </a:lnTo>
                  <a:close/>
                  <a:moveTo>
                    <a:pt x="8140192" y="4572"/>
                  </a:moveTo>
                  <a:lnTo>
                    <a:pt x="8165592" y="4572"/>
                  </a:lnTo>
                  <a:lnTo>
                    <a:pt x="8140192" y="4572"/>
                  </a:lnTo>
                  <a:close/>
                  <a:moveTo>
                    <a:pt x="8190992" y="4572"/>
                  </a:moveTo>
                  <a:lnTo>
                    <a:pt x="8216392" y="4572"/>
                  </a:lnTo>
                  <a:lnTo>
                    <a:pt x="8190992" y="4572"/>
                  </a:lnTo>
                  <a:close/>
                  <a:moveTo>
                    <a:pt x="8225917" y="25019"/>
                  </a:moveTo>
                  <a:lnTo>
                    <a:pt x="8225917" y="50419"/>
                  </a:lnTo>
                  <a:lnTo>
                    <a:pt x="8221345" y="50419"/>
                  </a:lnTo>
                  <a:lnTo>
                    <a:pt x="8221345" y="25019"/>
                  </a:lnTo>
                  <a:close/>
                  <a:moveTo>
                    <a:pt x="8221345" y="75819"/>
                  </a:moveTo>
                  <a:lnTo>
                    <a:pt x="8221345" y="101219"/>
                  </a:lnTo>
                  <a:lnTo>
                    <a:pt x="8216773" y="101219"/>
                  </a:lnTo>
                  <a:lnTo>
                    <a:pt x="8216773" y="75819"/>
                  </a:lnTo>
                  <a:close/>
                  <a:moveTo>
                    <a:pt x="8216773" y="126619"/>
                  </a:moveTo>
                  <a:lnTo>
                    <a:pt x="8216773" y="152019"/>
                  </a:lnTo>
                  <a:lnTo>
                    <a:pt x="8212201" y="152019"/>
                  </a:lnTo>
                  <a:lnTo>
                    <a:pt x="8212201" y="126619"/>
                  </a:lnTo>
                  <a:close/>
                  <a:moveTo>
                    <a:pt x="8212201" y="177419"/>
                  </a:moveTo>
                  <a:lnTo>
                    <a:pt x="8212201" y="202819"/>
                  </a:lnTo>
                  <a:lnTo>
                    <a:pt x="8207629" y="202819"/>
                  </a:lnTo>
                  <a:lnTo>
                    <a:pt x="8207629" y="177419"/>
                  </a:lnTo>
                  <a:close/>
                  <a:moveTo>
                    <a:pt x="8207629" y="228219"/>
                  </a:moveTo>
                  <a:lnTo>
                    <a:pt x="8207629" y="253619"/>
                  </a:lnTo>
                  <a:lnTo>
                    <a:pt x="8203057" y="253619"/>
                  </a:lnTo>
                  <a:lnTo>
                    <a:pt x="8203057" y="228219"/>
                  </a:lnTo>
                  <a:close/>
                  <a:moveTo>
                    <a:pt x="8203057" y="279019"/>
                  </a:moveTo>
                  <a:lnTo>
                    <a:pt x="8203057" y="304419"/>
                  </a:lnTo>
                  <a:lnTo>
                    <a:pt x="8198485" y="304419"/>
                  </a:lnTo>
                  <a:lnTo>
                    <a:pt x="8198485" y="279019"/>
                  </a:lnTo>
                  <a:close/>
                  <a:moveTo>
                    <a:pt x="8198485" y="329819"/>
                  </a:moveTo>
                  <a:lnTo>
                    <a:pt x="8198485" y="355219"/>
                  </a:lnTo>
                  <a:lnTo>
                    <a:pt x="8193913" y="355219"/>
                  </a:lnTo>
                  <a:lnTo>
                    <a:pt x="8193913" y="329819"/>
                  </a:lnTo>
                  <a:close/>
                  <a:moveTo>
                    <a:pt x="8193913" y="380619"/>
                  </a:moveTo>
                  <a:lnTo>
                    <a:pt x="8193913" y="406019"/>
                  </a:lnTo>
                  <a:lnTo>
                    <a:pt x="8189341" y="406019"/>
                  </a:lnTo>
                  <a:lnTo>
                    <a:pt x="8189341" y="380619"/>
                  </a:lnTo>
                  <a:close/>
                  <a:moveTo>
                    <a:pt x="8189341" y="431419"/>
                  </a:moveTo>
                  <a:lnTo>
                    <a:pt x="8189341" y="456819"/>
                  </a:lnTo>
                  <a:lnTo>
                    <a:pt x="8184769" y="456819"/>
                  </a:lnTo>
                  <a:lnTo>
                    <a:pt x="8184769" y="431419"/>
                  </a:lnTo>
                  <a:close/>
                  <a:moveTo>
                    <a:pt x="8184769" y="482219"/>
                  </a:moveTo>
                  <a:lnTo>
                    <a:pt x="8184769" y="507619"/>
                  </a:lnTo>
                  <a:lnTo>
                    <a:pt x="8180197" y="507619"/>
                  </a:lnTo>
                  <a:lnTo>
                    <a:pt x="8180197" y="482219"/>
                  </a:lnTo>
                  <a:close/>
                  <a:moveTo>
                    <a:pt x="8180197" y="533019"/>
                  </a:moveTo>
                  <a:lnTo>
                    <a:pt x="8180197" y="558419"/>
                  </a:lnTo>
                  <a:lnTo>
                    <a:pt x="8175625" y="558419"/>
                  </a:lnTo>
                  <a:lnTo>
                    <a:pt x="8175625" y="533019"/>
                  </a:lnTo>
                  <a:close/>
                  <a:moveTo>
                    <a:pt x="8175625" y="583819"/>
                  </a:moveTo>
                  <a:lnTo>
                    <a:pt x="8175625" y="609219"/>
                  </a:lnTo>
                  <a:lnTo>
                    <a:pt x="8171053" y="609219"/>
                  </a:lnTo>
                  <a:lnTo>
                    <a:pt x="8171053" y="583819"/>
                  </a:lnTo>
                  <a:close/>
                  <a:moveTo>
                    <a:pt x="8171053" y="634619"/>
                  </a:moveTo>
                  <a:lnTo>
                    <a:pt x="8171053" y="660019"/>
                  </a:lnTo>
                  <a:lnTo>
                    <a:pt x="8166481" y="660019"/>
                  </a:lnTo>
                  <a:lnTo>
                    <a:pt x="8166481" y="634619"/>
                  </a:lnTo>
                  <a:close/>
                  <a:moveTo>
                    <a:pt x="8166481" y="685419"/>
                  </a:moveTo>
                  <a:lnTo>
                    <a:pt x="8166481" y="710819"/>
                  </a:lnTo>
                  <a:lnTo>
                    <a:pt x="8161909" y="710819"/>
                  </a:lnTo>
                  <a:lnTo>
                    <a:pt x="8161909" y="685419"/>
                  </a:lnTo>
                  <a:close/>
                  <a:moveTo>
                    <a:pt x="8161909" y="736219"/>
                  </a:moveTo>
                  <a:lnTo>
                    <a:pt x="8161909" y="761619"/>
                  </a:lnTo>
                  <a:lnTo>
                    <a:pt x="8157337" y="761619"/>
                  </a:lnTo>
                  <a:lnTo>
                    <a:pt x="8157337" y="736219"/>
                  </a:lnTo>
                  <a:close/>
                  <a:moveTo>
                    <a:pt x="8157337" y="787019"/>
                  </a:moveTo>
                  <a:lnTo>
                    <a:pt x="8157337" y="812419"/>
                  </a:lnTo>
                  <a:lnTo>
                    <a:pt x="8152765" y="812419"/>
                  </a:lnTo>
                  <a:lnTo>
                    <a:pt x="8152765" y="787019"/>
                  </a:lnTo>
                  <a:close/>
                  <a:moveTo>
                    <a:pt x="8152765" y="837819"/>
                  </a:moveTo>
                  <a:lnTo>
                    <a:pt x="8152765" y="863219"/>
                  </a:lnTo>
                  <a:lnTo>
                    <a:pt x="8148193" y="863219"/>
                  </a:lnTo>
                  <a:lnTo>
                    <a:pt x="8148193" y="837819"/>
                  </a:lnTo>
                  <a:close/>
                  <a:moveTo>
                    <a:pt x="8148193" y="888619"/>
                  </a:moveTo>
                  <a:lnTo>
                    <a:pt x="8148193" y="914019"/>
                  </a:lnTo>
                  <a:lnTo>
                    <a:pt x="8143621" y="914019"/>
                  </a:lnTo>
                  <a:lnTo>
                    <a:pt x="8143621" y="888619"/>
                  </a:lnTo>
                  <a:close/>
                  <a:moveTo>
                    <a:pt x="8143621" y="939419"/>
                  </a:moveTo>
                  <a:lnTo>
                    <a:pt x="8143621" y="964819"/>
                  </a:lnTo>
                  <a:lnTo>
                    <a:pt x="8139049" y="964819"/>
                  </a:lnTo>
                  <a:lnTo>
                    <a:pt x="8139049" y="939419"/>
                  </a:lnTo>
                  <a:close/>
                  <a:moveTo>
                    <a:pt x="8139049" y="990219"/>
                  </a:moveTo>
                  <a:lnTo>
                    <a:pt x="8139049" y="1015619"/>
                  </a:lnTo>
                  <a:lnTo>
                    <a:pt x="8134477" y="1015619"/>
                  </a:lnTo>
                  <a:lnTo>
                    <a:pt x="8134477" y="990219"/>
                  </a:lnTo>
                  <a:close/>
                  <a:moveTo>
                    <a:pt x="8134477" y="1041019"/>
                  </a:moveTo>
                  <a:lnTo>
                    <a:pt x="8134477" y="1066419"/>
                  </a:lnTo>
                  <a:lnTo>
                    <a:pt x="8129905" y="1066419"/>
                  </a:lnTo>
                  <a:lnTo>
                    <a:pt x="8129905" y="1041019"/>
                  </a:lnTo>
                  <a:close/>
                  <a:moveTo>
                    <a:pt x="8129905" y="1091819"/>
                  </a:moveTo>
                  <a:lnTo>
                    <a:pt x="8129905" y="1117219"/>
                  </a:lnTo>
                  <a:lnTo>
                    <a:pt x="8125333" y="1117219"/>
                  </a:lnTo>
                  <a:lnTo>
                    <a:pt x="8125333" y="1091819"/>
                  </a:lnTo>
                  <a:close/>
                  <a:moveTo>
                    <a:pt x="8125333" y="1142619"/>
                  </a:moveTo>
                  <a:lnTo>
                    <a:pt x="8125333" y="1168019"/>
                  </a:lnTo>
                  <a:lnTo>
                    <a:pt x="8120761" y="1168019"/>
                  </a:lnTo>
                  <a:lnTo>
                    <a:pt x="8120761" y="1142619"/>
                  </a:lnTo>
                  <a:close/>
                  <a:moveTo>
                    <a:pt x="8120761" y="1193419"/>
                  </a:moveTo>
                  <a:lnTo>
                    <a:pt x="8120761" y="1218819"/>
                  </a:lnTo>
                  <a:lnTo>
                    <a:pt x="8116189" y="1218819"/>
                  </a:lnTo>
                  <a:lnTo>
                    <a:pt x="8116189" y="1193419"/>
                  </a:lnTo>
                  <a:close/>
                  <a:moveTo>
                    <a:pt x="8116189" y="1244219"/>
                  </a:moveTo>
                  <a:lnTo>
                    <a:pt x="8116189" y="1269619"/>
                  </a:lnTo>
                  <a:lnTo>
                    <a:pt x="8111617" y="1269619"/>
                  </a:lnTo>
                  <a:lnTo>
                    <a:pt x="8111617" y="1244219"/>
                  </a:lnTo>
                  <a:close/>
                  <a:moveTo>
                    <a:pt x="8111617" y="1295019"/>
                  </a:moveTo>
                  <a:lnTo>
                    <a:pt x="8111617" y="1320419"/>
                  </a:lnTo>
                  <a:lnTo>
                    <a:pt x="8107045" y="1320419"/>
                  </a:lnTo>
                  <a:lnTo>
                    <a:pt x="8107045" y="1295019"/>
                  </a:lnTo>
                  <a:close/>
                  <a:moveTo>
                    <a:pt x="8107045" y="1345819"/>
                  </a:moveTo>
                  <a:lnTo>
                    <a:pt x="8107045" y="1348232"/>
                  </a:lnTo>
                  <a:cubicBezTo>
                    <a:pt x="8107045" y="1349502"/>
                    <a:pt x="8106029" y="1350518"/>
                    <a:pt x="8104759" y="1350518"/>
                  </a:cubicBezTo>
                  <a:lnTo>
                    <a:pt x="8081772" y="1350518"/>
                  </a:lnTo>
                  <a:lnTo>
                    <a:pt x="8081772" y="1345946"/>
                  </a:lnTo>
                  <a:lnTo>
                    <a:pt x="8104759" y="1345946"/>
                  </a:lnTo>
                  <a:lnTo>
                    <a:pt x="8104759" y="1348232"/>
                  </a:lnTo>
                  <a:lnTo>
                    <a:pt x="8102473" y="1348232"/>
                  </a:lnTo>
                  <a:lnTo>
                    <a:pt x="8102473" y="1345819"/>
                  </a:lnTo>
                  <a:close/>
                  <a:moveTo>
                    <a:pt x="8051800" y="1350518"/>
                  </a:moveTo>
                  <a:lnTo>
                    <a:pt x="8026400" y="1350518"/>
                  </a:lnTo>
                  <a:lnTo>
                    <a:pt x="8026400" y="1345946"/>
                  </a:lnTo>
                  <a:lnTo>
                    <a:pt x="8051800" y="1345946"/>
                  </a:lnTo>
                  <a:close/>
                  <a:moveTo>
                    <a:pt x="8001000" y="1345946"/>
                  </a:moveTo>
                  <a:lnTo>
                    <a:pt x="7975600" y="1345946"/>
                  </a:lnTo>
                  <a:lnTo>
                    <a:pt x="7975600" y="1341374"/>
                  </a:lnTo>
                  <a:lnTo>
                    <a:pt x="8001000" y="1341374"/>
                  </a:lnTo>
                  <a:close/>
                  <a:moveTo>
                    <a:pt x="7950200" y="1341374"/>
                  </a:moveTo>
                  <a:lnTo>
                    <a:pt x="7924800" y="1341374"/>
                  </a:lnTo>
                  <a:lnTo>
                    <a:pt x="7924800" y="1336802"/>
                  </a:lnTo>
                  <a:lnTo>
                    <a:pt x="7950200" y="1336802"/>
                  </a:lnTo>
                  <a:close/>
                  <a:moveTo>
                    <a:pt x="7899400" y="1336802"/>
                  </a:moveTo>
                  <a:lnTo>
                    <a:pt x="7874000" y="1336802"/>
                  </a:lnTo>
                  <a:lnTo>
                    <a:pt x="7874000" y="1332230"/>
                  </a:lnTo>
                  <a:lnTo>
                    <a:pt x="7899400" y="1332230"/>
                  </a:lnTo>
                  <a:close/>
                  <a:moveTo>
                    <a:pt x="7848600" y="1332230"/>
                  </a:moveTo>
                  <a:lnTo>
                    <a:pt x="7823200" y="1332230"/>
                  </a:lnTo>
                  <a:lnTo>
                    <a:pt x="7823200" y="1327658"/>
                  </a:lnTo>
                  <a:lnTo>
                    <a:pt x="7848600" y="1327658"/>
                  </a:lnTo>
                  <a:close/>
                  <a:moveTo>
                    <a:pt x="7797800" y="1327658"/>
                  </a:moveTo>
                  <a:lnTo>
                    <a:pt x="7772400" y="1327658"/>
                  </a:lnTo>
                  <a:lnTo>
                    <a:pt x="7772400" y="1323086"/>
                  </a:lnTo>
                  <a:lnTo>
                    <a:pt x="7797800" y="1323086"/>
                  </a:lnTo>
                  <a:close/>
                  <a:moveTo>
                    <a:pt x="7747000" y="1323086"/>
                  </a:moveTo>
                  <a:lnTo>
                    <a:pt x="7721600" y="1323086"/>
                  </a:lnTo>
                  <a:lnTo>
                    <a:pt x="7721600" y="1318514"/>
                  </a:lnTo>
                  <a:lnTo>
                    <a:pt x="7747000" y="1318514"/>
                  </a:lnTo>
                  <a:close/>
                  <a:moveTo>
                    <a:pt x="7696200" y="1318514"/>
                  </a:moveTo>
                  <a:lnTo>
                    <a:pt x="7670800" y="1318514"/>
                  </a:lnTo>
                  <a:lnTo>
                    <a:pt x="7670800" y="1313942"/>
                  </a:lnTo>
                  <a:lnTo>
                    <a:pt x="7696200" y="1313942"/>
                  </a:lnTo>
                  <a:close/>
                  <a:moveTo>
                    <a:pt x="7645400" y="1313942"/>
                  </a:moveTo>
                  <a:lnTo>
                    <a:pt x="7620000" y="1313942"/>
                  </a:lnTo>
                  <a:lnTo>
                    <a:pt x="7620000" y="1309370"/>
                  </a:lnTo>
                  <a:lnTo>
                    <a:pt x="7645400" y="1309370"/>
                  </a:lnTo>
                  <a:close/>
                  <a:moveTo>
                    <a:pt x="7594600" y="1309370"/>
                  </a:moveTo>
                  <a:lnTo>
                    <a:pt x="7569200" y="1309370"/>
                  </a:lnTo>
                  <a:lnTo>
                    <a:pt x="7569200" y="1304798"/>
                  </a:lnTo>
                  <a:lnTo>
                    <a:pt x="7594600" y="1304798"/>
                  </a:lnTo>
                  <a:close/>
                  <a:moveTo>
                    <a:pt x="7543800" y="1304798"/>
                  </a:moveTo>
                  <a:lnTo>
                    <a:pt x="7518400" y="1304798"/>
                  </a:lnTo>
                  <a:lnTo>
                    <a:pt x="7518400" y="1300226"/>
                  </a:lnTo>
                  <a:lnTo>
                    <a:pt x="7543800" y="1300226"/>
                  </a:lnTo>
                  <a:close/>
                  <a:moveTo>
                    <a:pt x="7493000" y="1300226"/>
                  </a:moveTo>
                  <a:lnTo>
                    <a:pt x="7467600" y="1300226"/>
                  </a:lnTo>
                  <a:lnTo>
                    <a:pt x="7467600" y="1295654"/>
                  </a:lnTo>
                  <a:lnTo>
                    <a:pt x="7493000" y="1295654"/>
                  </a:lnTo>
                  <a:close/>
                  <a:moveTo>
                    <a:pt x="7442200" y="1295654"/>
                  </a:moveTo>
                  <a:lnTo>
                    <a:pt x="7416800" y="1295654"/>
                  </a:lnTo>
                  <a:lnTo>
                    <a:pt x="7416800" y="1291082"/>
                  </a:lnTo>
                  <a:lnTo>
                    <a:pt x="7442200" y="1291082"/>
                  </a:lnTo>
                  <a:close/>
                  <a:moveTo>
                    <a:pt x="7391400" y="1291082"/>
                  </a:moveTo>
                  <a:lnTo>
                    <a:pt x="7366000" y="1291082"/>
                  </a:lnTo>
                  <a:lnTo>
                    <a:pt x="7366000" y="1286510"/>
                  </a:lnTo>
                  <a:lnTo>
                    <a:pt x="7391400" y="1286510"/>
                  </a:lnTo>
                  <a:close/>
                  <a:moveTo>
                    <a:pt x="7340600" y="1286510"/>
                  </a:moveTo>
                  <a:lnTo>
                    <a:pt x="7315200" y="1286510"/>
                  </a:lnTo>
                  <a:lnTo>
                    <a:pt x="7315200" y="1281938"/>
                  </a:lnTo>
                  <a:lnTo>
                    <a:pt x="7340600" y="1281938"/>
                  </a:lnTo>
                  <a:close/>
                  <a:moveTo>
                    <a:pt x="7289800" y="1281938"/>
                  </a:moveTo>
                  <a:lnTo>
                    <a:pt x="7264400" y="1281938"/>
                  </a:lnTo>
                  <a:lnTo>
                    <a:pt x="7264400" y="1277366"/>
                  </a:lnTo>
                  <a:lnTo>
                    <a:pt x="7289800" y="1277366"/>
                  </a:lnTo>
                  <a:close/>
                  <a:moveTo>
                    <a:pt x="7239000" y="1277366"/>
                  </a:moveTo>
                  <a:lnTo>
                    <a:pt x="7213600" y="1277366"/>
                  </a:lnTo>
                  <a:lnTo>
                    <a:pt x="7213600" y="1272794"/>
                  </a:lnTo>
                  <a:lnTo>
                    <a:pt x="7239000" y="1272794"/>
                  </a:lnTo>
                  <a:close/>
                  <a:moveTo>
                    <a:pt x="7188200" y="1272794"/>
                  </a:moveTo>
                  <a:lnTo>
                    <a:pt x="7162800" y="1272794"/>
                  </a:lnTo>
                  <a:lnTo>
                    <a:pt x="7162800" y="1268222"/>
                  </a:lnTo>
                  <a:lnTo>
                    <a:pt x="7188200" y="1268222"/>
                  </a:lnTo>
                  <a:close/>
                  <a:moveTo>
                    <a:pt x="7137400" y="1268222"/>
                  </a:moveTo>
                  <a:lnTo>
                    <a:pt x="7112000" y="1268222"/>
                  </a:lnTo>
                  <a:lnTo>
                    <a:pt x="7112000" y="1263650"/>
                  </a:lnTo>
                  <a:lnTo>
                    <a:pt x="7137400" y="1263650"/>
                  </a:lnTo>
                  <a:close/>
                  <a:moveTo>
                    <a:pt x="7086600" y="1263650"/>
                  </a:moveTo>
                  <a:lnTo>
                    <a:pt x="7061200" y="1263650"/>
                  </a:lnTo>
                  <a:lnTo>
                    <a:pt x="7061200" y="1259078"/>
                  </a:lnTo>
                  <a:lnTo>
                    <a:pt x="7086600" y="1259078"/>
                  </a:lnTo>
                  <a:close/>
                  <a:moveTo>
                    <a:pt x="7035800" y="1259078"/>
                  </a:moveTo>
                  <a:lnTo>
                    <a:pt x="7010400" y="1259078"/>
                  </a:lnTo>
                  <a:lnTo>
                    <a:pt x="7010400" y="1254506"/>
                  </a:lnTo>
                  <a:lnTo>
                    <a:pt x="7035800" y="1254506"/>
                  </a:lnTo>
                  <a:close/>
                  <a:moveTo>
                    <a:pt x="6985000" y="1254506"/>
                  </a:moveTo>
                  <a:lnTo>
                    <a:pt x="6959600" y="1254506"/>
                  </a:lnTo>
                  <a:lnTo>
                    <a:pt x="6959600" y="1249934"/>
                  </a:lnTo>
                  <a:lnTo>
                    <a:pt x="6985000" y="1249934"/>
                  </a:lnTo>
                  <a:close/>
                  <a:moveTo>
                    <a:pt x="6934200" y="1249934"/>
                  </a:moveTo>
                  <a:lnTo>
                    <a:pt x="6908800" y="1249934"/>
                  </a:lnTo>
                  <a:lnTo>
                    <a:pt x="6908800" y="1245362"/>
                  </a:lnTo>
                  <a:lnTo>
                    <a:pt x="6934200" y="1245362"/>
                  </a:lnTo>
                  <a:close/>
                  <a:moveTo>
                    <a:pt x="6883400" y="1245362"/>
                  </a:moveTo>
                  <a:lnTo>
                    <a:pt x="6858000" y="1245362"/>
                  </a:lnTo>
                  <a:lnTo>
                    <a:pt x="6858000" y="1240790"/>
                  </a:lnTo>
                  <a:lnTo>
                    <a:pt x="6883400" y="1240790"/>
                  </a:lnTo>
                  <a:close/>
                  <a:moveTo>
                    <a:pt x="6832600" y="1240790"/>
                  </a:moveTo>
                  <a:lnTo>
                    <a:pt x="6807200" y="1240790"/>
                  </a:lnTo>
                  <a:lnTo>
                    <a:pt x="6807200" y="1236218"/>
                  </a:lnTo>
                  <a:lnTo>
                    <a:pt x="6832600" y="1236218"/>
                  </a:lnTo>
                  <a:close/>
                  <a:moveTo>
                    <a:pt x="6781800" y="1236218"/>
                  </a:moveTo>
                  <a:lnTo>
                    <a:pt x="6756400" y="1236218"/>
                  </a:lnTo>
                  <a:lnTo>
                    <a:pt x="6756400" y="1231646"/>
                  </a:lnTo>
                  <a:lnTo>
                    <a:pt x="6781800" y="1231646"/>
                  </a:lnTo>
                  <a:close/>
                  <a:moveTo>
                    <a:pt x="6731000" y="1231646"/>
                  </a:moveTo>
                  <a:lnTo>
                    <a:pt x="6705600" y="1231646"/>
                  </a:lnTo>
                  <a:lnTo>
                    <a:pt x="6705600" y="1227074"/>
                  </a:lnTo>
                  <a:lnTo>
                    <a:pt x="6731000" y="1227074"/>
                  </a:lnTo>
                  <a:close/>
                  <a:moveTo>
                    <a:pt x="6680200" y="1227074"/>
                  </a:moveTo>
                  <a:lnTo>
                    <a:pt x="6654800" y="1227074"/>
                  </a:lnTo>
                  <a:lnTo>
                    <a:pt x="6654800" y="1222502"/>
                  </a:lnTo>
                  <a:lnTo>
                    <a:pt x="6680200" y="1222502"/>
                  </a:lnTo>
                  <a:close/>
                  <a:moveTo>
                    <a:pt x="6629400" y="1222502"/>
                  </a:moveTo>
                  <a:lnTo>
                    <a:pt x="6604000" y="1222502"/>
                  </a:lnTo>
                  <a:lnTo>
                    <a:pt x="6604000" y="1217930"/>
                  </a:lnTo>
                  <a:lnTo>
                    <a:pt x="6629400" y="1217930"/>
                  </a:lnTo>
                  <a:close/>
                  <a:moveTo>
                    <a:pt x="6578600" y="1217930"/>
                  </a:moveTo>
                  <a:lnTo>
                    <a:pt x="6553200" y="1217930"/>
                  </a:lnTo>
                  <a:lnTo>
                    <a:pt x="6553200" y="1213358"/>
                  </a:lnTo>
                  <a:lnTo>
                    <a:pt x="6578600" y="1213358"/>
                  </a:lnTo>
                  <a:close/>
                  <a:moveTo>
                    <a:pt x="6527800" y="1213358"/>
                  </a:moveTo>
                  <a:lnTo>
                    <a:pt x="6502400" y="1213358"/>
                  </a:lnTo>
                  <a:lnTo>
                    <a:pt x="6502400" y="1208786"/>
                  </a:lnTo>
                  <a:lnTo>
                    <a:pt x="6527800" y="1208786"/>
                  </a:lnTo>
                  <a:close/>
                  <a:moveTo>
                    <a:pt x="6477000" y="1208786"/>
                  </a:moveTo>
                  <a:lnTo>
                    <a:pt x="6451600" y="1208786"/>
                  </a:lnTo>
                  <a:lnTo>
                    <a:pt x="6451600" y="1204214"/>
                  </a:lnTo>
                  <a:lnTo>
                    <a:pt x="6477000" y="1204214"/>
                  </a:lnTo>
                  <a:close/>
                  <a:moveTo>
                    <a:pt x="6426200" y="1204214"/>
                  </a:moveTo>
                  <a:lnTo>
                    <a:pt x="6400800" y="1204214"/>
                  </a:lnTo>
                  <a:lnTo>
                    <a:pt x="6400800" y="1199642"/>
                  </a:lnTo>
                  <a:lnTo>
                    <a:pt x="6426200" y="1199642"/>
                  </a:lnTo>
                  <a:close/>
                  <a:moveTo>
                    <a:pt x="6375400" y="1199642"/>
                  </a:moveTo>
                  <a:lnTo>
                    <a:pt x="6350000" y="1199642"/>
                  </a:lnTo>
                  <a:lnTo>
                    <a:pt x="6350000" y="1195070"/>
                  </a:lnTo>
                  <a:lnTo>
                    <a:pt x="6375400" y="1195070"/>
                  </a:lnTo>
                  <a:close/>
                  <a:moveTo>
                    <a:pt x="6324600" y="1195070"/>
                  </a:moveTo>
                  <a:lnTo>
                    <a:pt x="6299200" y="1195070"/>
                  </a:lnTo>
                  <a:lnTo>
                    <a:pt x="6299200" y="1190498"/>
                  </a:lnTo>
                  <a:lnTo>
                    <a:pt x="6324600" y="1190498"/>
                  </a:lnTo>
                  <a:close/>
                  <a:moveTo>
                    <a:pt x="6273800" y="1190498"/>
                  </a:moveTo>
                  <a:lnTo>
                    <a:pt x="6248400" y="1190498"/>
                  </a:lnTo>
                  <a:lnTo>
                    <a:pt x="6248400" y="1185926"/>
                  </a:lnTo>
                  <a:lnTo>
                    <a:pt x="6273800" y="1185926"/>
                  </a:lnTo>
                  <a:close/>
                  <a:moveTo>
                    <a:pt x="6223000" y="1185926"/>
                  </a:moveTo>
                  <a:lnTo>
                    <a:pt x="6197600" y="1185926"/>
                  </a:lnTo>
                  <a:lnTo>
                    <a:pt x="6197600" y="1181354"/>
                  </a:lnTo>
                  <a:lnTo>
                    <a:pt x="6223000" y="1181354"/>
                  </a:lnTo>
                  <a:close/>
                  <a:moveTo>
                    <a:pt x="6172200" y="1181354"/>
                  </a:moveTo>
                  <a:lnTo>
                    <a:pt x="6146800" y="1181354"/>
                  </a:lnTo>
                  <a:lnTo>
                    <a:pt x="6146800" y="1176782"/>
                  </a:lnTo>
                  <a:lnTo>
                    <a:pt x="6172200" y="1176782"/>
                  </a:lnTo>
                  <a:close/>
                  <a:moveTo>
                    <a:pt x="6121400" y="1176782"/>
                  </a:moveTo>
                  <a:lnTo>
                    <a:pt x="6096000" y="1176782"/>
                  </a:lnTo>
                  <a:lnTo>
                    <a:pt x="6096000" y="1172210"/>
                  </a:lnTo>
                  <a:lnTo>
                    <a:pt x="6121400" y="1172210"/>
                  </a:lnTo>
                  <a:close/>
                  <a:moveTo>
                    <a:pt x="6070600" y="1172210"/>
                  </a:moveTo>
                  <a:lnTo>
                    <a:pt x="6045200" y="1172210"/>
                  </a:lnTo>
                  <a:lnTo>
                    <a:pt x="6045200" y="1167638"/>
                  </a:lnTo>
                  <a:lnTo>
                    <a:pt x="6070600" y="1167638"/>
                  </a:lnTo>
                  <a:close/>
                  <a:moveTo>
                    <a:pt x="6019800" y="1167638"/>
                  </a:moveTo>
                  <a:lnTo>
                    <a:pt x="5994400" y="1167638"/>
                  </a:lnTo>
                  <a:lnTo>
                    <a:pt x="5994400" y="1163066"/>
                  </a:lnTo>
                  <a:lnTo>
                    <a:pt x="6019800" y="1163066"/>
                  </a:lnTo>
                  <a:close/>
                  <a:moveTo>
                    <a:pt x="5969000" y="1163066"/>
                  </a:moveTo>
                  <a:lnTo>
                    <a:pt x="5943600" y="1163066"/>
                  </a:lnTo>
                  <a:lnTo>
                    <a:pt x="5943600" y="1158494"/>
                  </a:lnTo>
                  <a:lnTo>
                    <a:pt x="5969000" y="1158494"/>
                  </a:lnTo>
                  <a:close/>
                  <a:moveTo>
                    <a:pt x="5918200" y="1158494"/>
                  </a:moveTo>
                  <a:lnTo>
                    <a:pt x="5892800" y="1158494"/>
                  </a:lnTo>
                  <a:lnTo>
                    <a:pt x="5892800" y="1153922"/>
                  </a:lnTo>
                  <a:lnTo>
                    <a:pt x="5918200" y="1153922"/>
                  </a:lnTo>
                  <a:close/>
                  <a:moveTo>
                    <a:pt x="5867400" y="1153922"/>
                  </a:moveTo>
                  <a:lnTo>
                    <a:pt x="5842000" y="1153922"/>
                  </a:lnTo>
                  <a:lnTo>
                    <a:pt x="5842000" y="1149350"/>
                  </a:lnTo>
                  <a:lnTo>
                    <a:pt x="5867400" y="1149350"/>
                  </a:lnTo>
                  <a:close/>
                  <a:moveTo>
                    <a:pt x="5816600" y="1149350"/>
                  </a:moveTo>
                  <a:lnTo>
                    <a:pt x="5791200" y="1149350"/>
                  </a:lnTo>
                  <a:lnTo>
                    <a:pt x="5791200" y="1144778"/>
                  </a:lnTo>
                  <a:lnTo>
                    <a:pt x="5816600" y="1144778"/>
                  </a:lnTo>
                  <a:close/>
                  <a:moveTo>
                    <a:pt x="5765800" y="1144778"/>
                  </a:moveTo>
                  <a:lnTo>
                    <a:pt x="5740400" y="1144778"/>
                  </a:lnTo>
                  <a:lnTo>
                    <a:pt x="5740400" y="1140206"/>
                  </a:lnTo>
                  <a:lnTo>
                    <a:pt x="5765800" y="1140206"/>
                  </a:lnTo>
                  <a:close/>
                  <a:moveTo>
                    <a:pt x="5715000" y="1140206"/>
                  </a:moveTo>
                  <a:lnTo>
                    <a:pt x="5689600" y="1140206"/>
                  </a:lnTo>
                  <a:lnTo>
                    <a:pt x="5689600" y="1135634"/>
                  </a:lnTo>
                  <a:lnTo>
                    <a:pt x="5715000" y="1135634"/>
                  </a:lnTo>
                  <a:close/>
                  <a:moveTo>
                    <a:pt x="5664200" y="1135634"/>
                  </a:moveTo>
                  <a:lnTo>
                    <a:pt x="5638800" y="1135634"/>
                  </a:lnTo>
                  <a:lnTo>
                    <a:pt x="5638800" y="1131062"/>
                  </a:lnTo>
                  <a:lnTo>
                    <a:pt x="5664200" y="1131062"/>
                  </a:lnTo>
                  <a:close/>
                  <a:moveTo>
                    <a:pt x="5613400" y="1131062"/>
                  </a:moveTo>
                  <a:lnTo>
                    <a:pt x="5588000" y="1131062"/>
                  </a:lnTo>
                  <a:lnTo>
                    <a:pt x="5588000" y="1126490"/>
                  </a:lnTo>
                  <a:lnTo>
                    <a:pt x="5613400" y="1126490"/>
                  </a:lnTo>
                  <a:close/>
                  <a:moveTo>
                    <a:pt x="5562600" y="1126490"/>
                  </a:moveTo>
                  <a:lnTo>
                    <a:pt x="5537200" y="1126490"/>
                  </a:lnTo>
                  <a:lnTo>
                    <a:pt x="5537200" y="1121918"/>
                  </a:lnTo>
                  <a:lnTo>
                    <a:pt x="5562600" y="1121918"/>
                  </a:lnTo>
                  <a:close/>
                  <a:moveTo>
                    <a:pt x="5511800" y="1121918"/>
                  </a:moveTo>
                  <a:lnTo>
                    <a:pt x="5486400" y="1121918"/>
                  </a:lnTo>
                  <a:lnTo>
                    <a:pt x="5486400" y="1117346"/>
                  </a:lnTo>
                  <a:lnTo>
                    <a:pt x="5511800" y="1117346"/>
                  </a:lnTo>
                  <a:close/>
                  <a:moveTo>
                    <a:pt x="5461000" y="1117346"/>
                  </a:moveTo>
                  <a:lnTo>
                    <a:pt x="5435600" y="1117346"/>
                  </a:lnTo>
                  <a:lnTo>
                    <a:pt x="5435600" y="1112774"/>
                  </a:lnTo>
                  <a:lnTo>
                    <a:pt x="5461000" y="1112774"/>
                  </a:lnTo>
                  <a:close/>
                  <a:moveTo>
                    <a:pt x="5410200" y="1112774"/>
                  </a:moveTo>
                  <a:lnTo>
                    <a:pt x="5384800" y="1112774"/>
                  </a:lnTo>
                  <a:lnTo>
                    <a:pt x="5384800" y="1108202"/>
                  </a:lnTo>
                  <a:lnTo>
                    <a:pt x="5410200" y="1108202"/>
                  </a:lnTo>
                  <a:close/>
                  <a:moveTo>
                    <a:pt x="5359400" y="1108202"/>
                  </a:moveTo>
                  <a:lnTo>
                    <a:pt x="5334000" y="1108202"/>
                  </a:lnTo>
                  <a:lnTo>
                    <a:pt x="5334000" y="1103630"/>
                  </a:lnTo>
                  <a:lnTo>
                    <a:pt x="5359400" y="1103630"/>
                  </a:lnTo>
                  <a:close/>
                  <a:moveTo>
                    <a:pt x="5308600" y="1103630"/>
                  </a:moveTo>
                  <a:lnTo>
                    <a:pt x="5283200" y="1103630"/>
                  </a:lnTo>
                  <a:lnTo>
                    <a:pt x="5283200" y="1099058"/>
                  </a:lnTo>
                  <a:lnTo>
                    <a:pt x="5308600" y="1099058"/>
                  </a:lnTo>
                  <a:close/>
                  <a:moveTo>
                    <a:pt x="5257800" y="1099058"/>
                  </a:moveTo>
                  <a:lnTo>
                    <a:pt x="5232400" y="1099058"/>
                  </a:lnTo>
                  <a:lnTo>
                    <a:pt x="5232400" y="1094486"/>
                  </a:lnTo>
                  <a:lnTo>
                    <a:pt x="5257800" y="1094486"/>
                  </a:lnTo>
                  <a:close/>
                  <a:moveTo>
                    <a:pt x="5207000" y="1094486"/>
                  </a:moveTo>
                  <a:lnTo>
                    <a:pt x="5181600" y="1094486"/>
                  </a:lnTo>
                  <a:lnTo>
                    <a:pt x="5181600" y="1089914"/>
                  </a:lnTo>
                  <a:lnTo>
                    <a:pt x="5207000" y="1089914"/>
                  </a:lnTo>
                  <a:close/>
                  <a:moveTo>
                    <a:pt x="5156200" y="1089914"/>
                  </a:moveTo>
                  <a:lnTo>
                    <a:pt x="5130800" y="1089914"/>
                  </a:lnTo>
                  <a:lnTo>
                    <a:pt x="5130800" y="1085342"/>
                  </a:lnTo>
                  <a:lnTo>
                    <a:pt x="5156200" y="1085342"/>
                  </a:lnTo>
                  <a:close/>
                  <a:moveTo>
                    <a:pt x="5105400" y="1085342"/>
                  </a:moveTo>
                  <a:lnTo>
                    <a:pt x="5080000" y="1085342"/>
                  </a:lnTo>
                  <a:lnTo>
                    <a:pt x="5080000" y="1080770"/>
                  </a:lnTo>
                  <a:lnTo>
                    <a:pt x="5105400" y="1080770"/>
                  </a:lnTo>
                  <a:close/>
                  <a:moveTo>
                    <a:pt x="5054600" y="1080770"/>
                  </a:moveTo>
                  <a:lnTo>
                    <a:pt x="5029200" y="1080770"/>
                  </a:lnTo>
                  <a:lnTo>
                    <a:pt x="5029200" y="1076198"/>
                  </a:lnTo>
                  <a:lnTo>
                    <a:pt x="5054600" y="1076198"/>
                  </a:lnTo>
                  <a:close/>
                  <a:moveTo>
                    <a:pt x="5003800" y="1076198"/>
                  </a:moveTo>
                  <a:lnTo>
                    <a:pt x="4978400" y="1076198"/>
                  </a:lnTo>
                  <a:lnTo>
                    <a:pt x="4978400" y="1071626"/>
                  </a:lnTo>
                  <a:lnTo>
                    <a:pt x="5003800" y="1071626"/>
                  </a:lnTo>
                  <a:close/>
                  <a:moveTo>
                    <a:pt x="4953000" y="1071626"/>
                  </a:moveTo>
                  <a:lnTo>
                    <a:pt x="4927600" y="1071626"/>
                  </a:lnTo>
                  <a:lnTo>
                    <a:pt x="4927600" y="1067054"/>
                  </a:lnTo>
                  <a:lnTo>
                    <a:pt x="4953000" y="1067054"/>
                  </a:lnTo>
                  <a:close/>
                  <a:moveTo>
                    <a:pt x="4902200" y="1067054"/>
                  </a:moveTo>
                  <a:lnTo>
                    <a:pt x="4876800" y="1067054"/>
                  </a:lnTo>
                  <a:lnTo>
                    <a:pt x="4876800" y="1062482"/>
                  </a:lnTo>
                  <a:lnTo>
                    <a:pt x="4902200" y="1062482"/>
                  </a:lnTo>
                  <a:close/>
                  <a:moveTo>
                    <a:pt x="4851400" y="1062482"/>
                  </a:moveTo>
                  <a:lnTo>
                    <a:pt x="4826000" y="1062482"/>
                  </a:lnTo>
                  <a:lnTo>
                    <a:pt x="4826000" y="1057910"/>
                  </a:lnTo>
                  <a:lnTo>
                    <a:pt x="4851400" y="1057910"/>
                  </a:lnTo>
                  <a:close/>
                  <a:moveTo>
                    <a:pt x="4800600" y="1057910"/>
                  </a:moveTo>
                  <a:lnTo>
                    <a:pt x="4775200" y="1057910"/>
                  </a:lnTo>
                  <a:lnTo>
                    <a:pt x="4775200" y="1053338"/>
                  </a:lnTo>
                  <a:lnTo>
                    <a:pt x="4800600" y="1053338"/>
                  </a:lnTo>
                  <a:close/>
                  <a:moveTo>
                    <a:pt x="4749800" y="1053338"/>
                  </a:moveTo>
                  <a:lnTo>
                    <a:pt x="4724400" y="1053338"/>
                  </a:lnTo>
                  <a:lnTo>
                    <a:pt x="4724400" y="1048766"/>
                  </a:lnTo>
                  <a:lnTo>
                    <a:pt x="4749800" y="1048766"/>
                  </a:lnTo>
                  <a:close/>
                  <a:moveTo>
                    <a:pt x="4699000" y="1048766"/>
                  </a:moveTo>
                  <a:lnTo>
                    <a:pt x="4673600" y="1048766"/>
                  </a:lnTo>
                  <a:lnTo>
                    <a:pt x="4673600" y="1044194"/>
                  </a:lnTo>
                  <a:lnTo>
                    <a:pt x="4699000" y="1044194"/>
                  </a:lnTo>
                  <a:close/>
                  <a:moveTo>
                    <a:pt x="4648200" y="1044194"/>
                  </a:moveTo>
                  <a:lnTo>
                    <a:pt x="4622800" y="1044194"/>
                  </a:lnTo>
                  <a:lnTo>
                    <a:pt x="4622800" y="1039622"/>
                  </a:lnTo>
                  <a:lnTo>
                    <a:pt x="4648200" y="1039622"/>
                  </a:lnTo>
                  <a:close/>
                  <a:moveTo>
                    <a:pt x="4597400" y="1039622"/>
                  </a:moveTo>
                  <a:lnTo>
                    <a:pt x="4572000" y="1039622"/>
                  </a:lnTo>
                  <a:lnTo>
                    <a:pt x="4572000" y="1035050"/>
                  </a:lnTo>
                  <a:lnTo>
                    <a:pt x="4597400" y="1035050"/>
                  </a:lnTo>
                  <a:close/>
                  <a:moveTo>
                    <a:pt x="4546600" y="1035050"/>
                  </a:moveTo>
                  <a:lnTo>
                    <a:pt x="4521200" y="1035050"/>
                  </a:lnTo>
                  <a:lnTo>
                    <a:pt x="4521200" y="1030478"/>
                  </a:lnTo>
                  <a:lnTo>
                    <a:pt x="4546600" y="1030478"/>
                  </a:lnTo>
                  <a:close/>
                  <a:moveTo>
                    <a:pt x="4495800" y="1030478"/>
                  </a:moveTo>
                  <a:lnTo>
                    <a:pt x="4470400" y="1030478"/>
                  </a:lnTo>
                  <a:lnTo>
                    <a:pt x="4470400" y="1025906"/>
                  </a:lnTo>
                  <a:lnTo>
                    <a:pt x="4495800" y="1025906"/>
                  </a:lnTo>
                  <a:close/>
                  <a:moveTo>
                    <a:pt x="4445000" y="1025906"/>
                  </a:moveTo>
                  <a:lnTo>
                    <a:pt x="4419600" y="1025906"/>
                  </a:lnTo>
                  <a:lnTo>
                    <a:pt x="4419600" y="1021334"/>
                  </a:lnTo>
                  <a:lnTo>
                    <a:pt x="4445000" y="1021334"/>
                  </a:lnTo>
                  <a:close/>
                  <a:moveTo>
                    <a:pt x="4394200" y="1021334"/>
                  </a:moveTo>
                  <a:lnTo>
                    <a:pt x="4368800" y="1021334"/>
                  </a:lnTo>
                  <a:lnTo>
                    <a:pt x="4368800" y="1016762"/>
                  </a:lnTo>
                  <a:lnTo>
                    <a:pt x="4394200" y="1016762"/>
                  </a:lnTo>
                  <a:close/>
                  <a:moveTo>
                    <a:pt x="4343400" y="1016762"/>
                  </a:moveTo>
                  <a:lnTo>
                    <a:pt x="4318000" y="1016762"/>
                  </a:lnTo>
                  <a:lnTo>
                    <a:pt x="4318000" y="1012190"/>
                  </a:lnTo>
                  <a:lnTo>
                    <a:pt x="4343400" y="1012190"/>
                  </a:lnTo>
                  <a:close/>
                  <a:moveTo>
                    <a:pt x="4292600" y="1012190"/>
                  </a:moveTo>
                  <a:lnTo>
                    <a:pt x="4267200" y="1012190"/>
                  </a:lnTo>
                  <a:lnTo>
                    <a:pt x="4267200" y="1007618"/>
                  </a:lnTo>
                  <a:lnTo>
                    <a:pt x="4292600" y="1007618"/>
                  </a:lnTo>
                  <a:close/>
                  <a:moveTo>
                    <a:pt x="4241800" y="1007618"/>
                  </a:moveTo>
                  <a:lnTo>
                    <a:pt x="4216400" y="1007618"/>
                  </a:lnTo>
                  <a:lnTo>
                    <a:pt x="4216400" y="1003046"/>
                  </a:lnTo>
                  <a:lnTo>
                    <a:pt x="4241800" y="1003046"/>
                  </a:lnTo>
                  <a:close/>
                  <a:moveTo>
                    <a:pt x="4191000" y="1003046"/>
                  </a:moveTo>
                  <a:lnTo>
                    <a:pt x="4165600" y="1003046"/>
                  </a:lnTo>
                  <a:lnTo>
                    <a:pt x="4165600" y="998474"/>
                  </a:lnTo>
                  <a:lnTo>
                    <a:pt x="4191000" y="998474"/>
                  </a:lnTo>
                  <a:close/>
                  <a:moveTo>
                    <a:pt x="4140200" y="998474"/>
                  </a:moveTo>
                  <a:lnTo>
                    <a:pt x="4114800" y="998474"/>
                  </a:lnTo>
                  <a:lnTo>
                    <a:pt x="4114800" y="993902"/>
                  </a:lnTo>
                  <a:lnTo>
                    <a:pt x="4140200" y="993902"/>
                  </a:lnTo>
                  <a:close/>
                  <a:moveTo>
                    <a:pt x="4089400" y="993902"/>
                  </a:moveTo>
                  <a:lnTo>
                    <a:pt x="4064000" y="993902"/>
                  </a:lnTo>
                  <a:lnTo>
                    <a:pt x="4064000" y="989330"/>
                  </a:lnTo>
                  <a:lnTo>
                    <a:pt x="4089400" y="989330"/>
                  </a:lnTo>
                  <a:close/>
                  <a:moveTo>
                    <a:pt x="4038600" y="989330"/>
                  </a:moveTo>
                  <a:lnTo>
                    <a:pt x="4013200" y="989330"/>
                  </a:lnTo>
                  <a:lnTo>
                    <a:pt x="4013200" y="984758"/>
                  </a:lnTo>
                  <a:lnTo>
                    <a:pt x="4038600" y="984758"/>
                  </a:lnTo>
                  <a:close/>
                  <a:moveTo>
                    <a:pt x="3987800" y="984758"/>
                  </a:moveTo>
                  <a:lnTo>
                    <a:pt x="3962400" y="984758"/>
                  </a:lnTo>
                  <a:lnTo>
                    <a:pt x="3962400" y="980186"/>
                  </a:lnTo>
                  <a:lnTo>
                    <a:pt x="3987800" y="980186"/>
                  </a:lnTo>
                  <a:close/>
                  <a:moveTo>
                    <a:pt x="3937000" y="980186"/>
                  </a:moveTo>
                  <a:lnTo>
                    <a:pt x="3911600" y="980186"/>
                  </a:lnTo>
                  <a:lnTo>
                    <a:pt x="3911600" y="975614"/>
                  </a:lnTo>
                  <a:lnTo>
                    <a:pt x="3937000" y="975614"/>
                  </a:lnTo>
                  <a:close/>
                  <a:moveTo>
                    <a:pt x="3886200" y="975614"/>
                  </a:moveTo>
                  <a:lnTo>
                    <a:pt x="3860800" y="975614"/>
                  </a:lnTo>
                  <a:lnTo>
                    <a:pt x="3860800" y="971042"/>
                  </a:lnTo>
                  <a:lnTo>
                    <a:pt x="3886200" y="971042"/>
                  </a:lnTo>
                  <a:close/>
                  <a:moveTo>
                    <a:pt x="3835400" y="971042"/>
                  </a:moveTo>
                  <a:lnTo>
                    <a:pt x="3810000" y="971042"/>
                  </a:lnTo>
                  <a:lnTo>
                    <a:pt x="3810000" y="966470"/>
                  </a:lnTo>
                  <a:lnTo>
                    <a:pt x="3835400" y="966470"/>
                  </a:lnTo>
                  <a:close/>
                  <a:moveTo>
                    <a:pt x="3784600" y="966470"/>
                  </a:moveTo>
                  <a:lnTo>
                    <a:pt x="3759200" y="966470"/>
                  </a:lnTo>
                  <a:lnTo>
                    <a:pt x="3759200" y="961898"/>
                  </a:lnTo>
                  <a:lnTo>
                    <a:pt x="3784600" y="961898"/>
                  </a:lnTo>
                  <a:close/>
                  <a:moveTo>
                    <a:pt x="3733800" y="961898"/>
                  </a:moveTo>
                  <a:lnTo>
                    <a:pt x="3708400" y="961898"/>
                  </a:lnTo>
                  <a:lnTo>
                    <a:pt x="3708400" y="957326"/>
                  </a:lnTo>
                  <a:lnTo>
                    <a:pt x="3733800" y="957326"/>
                  </a:lnTo>
                  <a:close/>
                  <a:moveTo>
                    <a:pt x="3683000" y="957326"/>
                  </a:moveTo>
                  <a:lnTo>
                    <a:pt x="3657600" y="957326"/>
                  </a:lnTo>
                  <a:lnTo>
                    <a:pt x="3657600" y="952754"/>
                  </a:lnTo>
                  <a:lnTo>
                    <a:pt x="3683000" y="952754"/>
                  </a:lnTo>
                  <a:close/>
                  <a:moveTo>
                    <a:pt x="3632200" y="952754"/>
                  </a:moveTo>
                  <a:lnTo>
                    <a:pt x="3606800" y="952754"/>
                  </a:lnTo>
                  <a:lnTo>
                    <a:pt x="3606800" y="948182"/>
                  </a:lnTo>
                  <a:lnTo>
                    <a:pt x="3632200" y="948182"/>
                  </a:lnTo>
                  <a:close/>
                  <a:moveTo>
                    <a:pt x="3581400" y="948182"/>
                  </a:moveTo>
                  <a:lnTo>
                    <a:pt x="3556000" y="948182"/>
                  </a:lnTo>
                  <a:lnTo>
                    <a:pt x="3556000" y="943610"/>
                  </a:lnTo>
                  <a:lnTo>
                    <a:pt x="3581400" y="943610"/>
                  </a:lnTo>
                  <a:close/>
                  <a:moveTo>
                    <a:pt x="3530600" y="943610"/>
                  </a:moveTo>
                  <a:lnTo>
                    <a:pt x="3505200" y="943610"/>
                  </a:lnTo>
                  <a:lnTo>
                    <a:pt x="3505200" y="939038"/>
                  </a:lnTo>
                  <a:lnTo>
                    <a:pt x="3530600" y="939038"/>
                  </a:lnTo>
                  <a:close/>
                  <a:moveTo>
                    <a:pt x="3479800" y="939038"/>
                  </a:moveTo>
                  <a:lnTo>
                    <a:pt x="3454400" y="939038"/>
                  </a:lnTo>
                  <a:lnTo>
                    <a:pt x="3454400" y="934466"/>
                  </a:lnTo>
                  <a:lnTo>
                    <a:pt x="3479800" y="934466"/>
                  </a:lnTo>
                  <a:close/>
                  <a:moveTo>
                    <a:pt x="3429000" y="934466"/>
                  </a:moveTo>
                  <a:lnTo>
                    <a:pt x="3403600" y="934466"/>
                  </a:lnTo>
                  <a:lnTo>
                    <a:pt x="3403600" y="929894"/>
                  </a:lnTo>
                  <a:lnTo>
                    <a:pt x="3429000" y="929894"/>
                  </a:lnTo>
                  <a:close/>
                  <a:moveTo>
                    <a:pt x="3378200" y="929894"/>
                  </a:moveTo>
                  <a:lnTo>
                    <a:pt x="3352800" y="929894"/>
                  </a:lnTo>
                  <a:lnTo>
                    <a:pt x="3352800" y="925322"/>
                  </a:lnTo>
                  <a:lnTo>
                    <a:pt x="3378200" y="925322"/>
                  </a:lnTo>
                  <a:close/>
                  <a:moveTo>
                    <a:pt x="3327400" y="925322"/>
                  </a:moveTo>
                  <a:lnTo>
                    <a:pt x="3302000" y="925322"/>
                  </a:lnTo>
                  <a:lnTo>
                    <a:pt x="3302000" y="920750"/>
                  </a:lnTo>
                  <a:lnTo>
                    <a:pt x="3327400" y="920750"/>
                  </a:lnTo>
                  <a:close/>
                  <a:moveTo>
                    <a:pt x="3276600" y="920750"/>
                  </a:moveTo>
                  <a:lnTo>
                    <a:pt x="3251200" y="920750"/>
                  </a:lnTo>
                  <a:lnTo>
                    <a:pt x="3251200" y="916178"/>
                  </a:lnTo>
                  <a:lnTo>
                    <a:pt x="3276600" y="916178"/>
                  </a:lnTo>
                  <a:close/>
                  <a:moveTo>
                    <a:pt x="3225800" y="916178"/>
                  </a:moveTo>
                  <a:lnTo>
                    <a:pt x="3200400" y="916178"/>
                  </a:lnTo>
                  <a:lnTo>
                    <a:pt x="3200400" y="911606"/>
                  </a:lnTo>
                  <a:lnTo>
                    <a:pt x="3225800" y="911606"/>
                  </a:lnTo>
                  <a:close/>
                  <a:moveTo>
                    <a:pt x="3175000" y="911606"/>
                  </a:moveTo>
                  <a:lnTo>
                    <a:pt x="3149600" y="911606"/>
                  </a:lnTo>
                  <a:lnTo>
                    <a:pt x="3149600" y="907034"/>
                  </a:lnTo>
                  <a:lnTo>
                    <a:pt x="3175000" y="907034"/>
                  </a:lnTo>
                  <a:close/>
                  <a:moveTo>
                    <a:pt x="3124200" y="907034"/>
                  </a:moveTo>
                  <a:lnTo>
                    <a:pt x="3098800" y="907034"/>
                  </a:lnTo>
                  <a:lnTo>
                    <a:pt x="3098800" y="902462"/>
                  </a:lnTo>
                  <a:lnTo>
                    <a:pt x="3124200" y="902462"/>
                  </a:lnTo>
                  <a:close/>
                  <a:moveTo>
                    <a:pt x="3073400" y="902462"/>
                  </a:moveTo>
                  <a:lnTo>
                    <a:pt x="3048000" y="902462"/>
                  </a:lnTo>
                  <a:lnTo>
                    <a:pt x="3048000" y="897890"/>
                  </a:lnTo>
                  <a:lnTo>
                    <a:pt x="3073400" y="897890"/>
                  </a:lnTo>
                  <a:close/>
                  <a:moveTo>
                    <a:pt x="3022600" y="897890"/>
                  </a:moveTo>
                  <a:lnTo>
                    <a:pt x="2997200" y="897890"/>
                  </a:lnTo>
                  <a:lnTo>
                    <a:pt x="2997200" y="893318"/>
                  </a:lnTo>
                  <a:lnTo>
                    <a:pt x="3022600" y="893318"/>
                  </a:lnTo>
                  <a:close/>
                  <a:moveTo>
                    <a:pt x="2971800" y="893318"/>
                  </a:moveTo>
                  <a:lnTo>
                    <a:pt x="2946400" y="893318"/>
                  </a:lnTo>
                  <a:lnTo>
                    <a:pt x="2946400" y="888746"/>
                  </a:lnTo>
                  <a:lnTo>
                    <a:pt x="2971800" y="888746"/>
                  </a:lnTo>
                  <a:close/>
                  <a:moveTo>
                    <a:pt x="2921000" y="888746"/>
                  </a:moveTo>
                  <a:lnTo>
                    <a:pt x="2895600" y="888746"/>
                  </a:lnTo>
                  <a:lnTo>
                    <a:pt x="2895600" y="884174"/>
                  </a:lnTo>
                  <a:lnTo>
                    <a:pt x="2921000" y="884174"/>
                  </a:lnTo>
                  <a:close/>
                  <a:moveTo>
                    <a:pt x="2870200" y="884174"/>
                  </a:moveTo>
                  <a:lnTo>
                    <a:pt x="2844800" y="884174"/>
                  </a:lnTo>
                  <a:lnTo>
                    <a:pt x="2844800" y="879602"/>
                  </a:lnTo>
                  <a:lnTo>
                    <a:pt x="2870200" y="879602"/>
                  </a:lnTo>
                  <a:close/>
                  <a:moveTo>
                    <a:pt x="2819400" y="879602"/>
                  </a:moveTo>
                  <a:lnTo>
                    <a:pt x="2794000" y="879602"/>
                  </a:lnTo>
                  <a:lnTo>
                    <a:pt x="2794000" y="875030"/>
                  </a:lnTo>
                  <a:lnTo>
                    <a:pt x="2819400" y="875030"/>
                  </a:lnTo>
                  <a:close/>
                  <a:moveTo>
                    <a:pt x="2768600" y="875030"/>
                  </a:moveTo>
                  <a:lnTo>
                    <a:pt x="2743200" y="875030"/>
                  </a:lnTo>
                  <a:lnTo>
                    <a:pt x="2743200" y="870458"/>
                  </a:lnTo>
                  <a:lnTo>
                    <a:pt x="2768600" y="870458"/>
                  </a:lnTo>
                  <a:close/>
                  <a:moveTo>
                    <a:pt x="2717800" y="870458"/>
                  </a:moveTo>
                  <a:lnTo>
                    <a:pt x="2692400" y="870458"/>
                  </a:lnTo>
                  <a:lnTo>
                    <a:pt x="2692400" y="865886"/>
                  </a:lnTo>
                  <a:lnTo>
                    <a:pt x="2717800" y="865886"/>
                  </a:lnTo>
                  <a:close/>
                  <a:moveTo>
                    <a:pt x="2667000" y="865886"/>
                  </a:moveTo>
                  <a:lnTo>
                    <a:pt x="2641600" y="865886"/>
                  </a:lnTo>
                  <a:lnTo>
                    <a:pt x="2641600" y="861314"/>
                  </a:lnTo>
                  <a:lnTo>
                    <a:pt x="2667000" y="861314"/>
                  </a:lnTo>
                  <a:close/>
                  <a:moveTo>
                    <a:pt x="2616200" y="861314"/>
                  </a:moveTo>
                  <a:lnTo>
                    <a:pt x="2590800" y="861314"/>
                  </a:lnTo>
                  <a:lnTo>
                    <a:pt x="2590800" y="856742"/>
                  </a:lnTo>
                  <a:lnTo>
                    <a:pt x="2616200" y="856742"/>
                  </a:lnTo>
                  <a:close/>
                  <a:moveTo>
                    <a:pt x="2565400" y="856742"/>
                  </a:moveTo>
                  <a:lnTo>
                    <a:pt x="2540000" y="856742"/>
                  </a:lnTo>
                  <a:lnTo>
                    <a:pt x="2540000" y="852170"/>
                  </a:lnTo>
                  <a:lnTo>
                    <a:pt x="2565400" y="852170"/>
                  </a:lnTo>
                  <a:close/>
                  <a:moveTo>
                    <a:pt x="2514600" y="852170"/>
                  </a:moveTo>
                  <a:lnTo>
                    <a:pt x="2489200" y="852170"/>
                  </a:lnTo>
                  <a:lnTo>
                    <a:pt x="2489200" y="847598"/>
                  </a:lnTo>
                  <a:lnTo>
                    <a:pt x="2514600" y="847598"/>
                  </a:lnTo>
                  <a:close/>
                  <a:moveTo>
                    <a:pt x="2463800" y="847598"/>
                  </a:moveTo>
                  <a:lnTo>
                    <a:pt x="2438400" y="847598"/>
                  </a:lnTo>
                  <a:lnTo>
                    <a:pt x="2438400" y="843026"/>
                  </a:lnTo>
                  <a:lnTo>
                    <a:pt x="2463800" y="843026"/>
                  </a:lnTo>
                  <a:close/>
                  <a:moveTo>
                    <a:pt x="2413000" y="843026"/>
                  </a:moveTo>
                  <a:lnTo>
                    <a:pt x="2387600" y="843026"/>
                  </a:lnTo>
                  <a:lnTo>
                    <a:pt x="2387600" y="838454"/>
                  </a:lnTo>
                  <a:lnTo>
                    <a:pt x="2413000" y="838454"/>
                  </a:lnTo>
                  <a:close/>
                  <a:moveTo>
                    <a:pt x="2362200" y="838454"/>
                  </a:moveTo>
                  <a:lnTo>
                    <a:pt x="2336800" y="838454"/>
                  </a:lnTo>
                  <a:lnTo>
                    <a:pt x="2336800" y="833882"/>
                  </a:lnTo>
                  <a:lnTo>
                    <a:pt x="2362200" y="833882"/>
                  </a:lnTo>
                  <a:close/>
                  <a:moveTo>
                    <a:pt x="2311400" y="833882"/>
                  </a:moveTo>
                  <a:lnTo>
                    <a:pt x="2286000" y="833882"/>
                  </a:lnTo>
                  <a:lnTo>
                    <a:pt x="2286000" y="829310"/>
                  </a:lnTo>
                  <a:lnTo>
                    <a:pt x="2311400" y="829310"/>
                  </a:lnTo>
                  <a:close/>
                  <a:moveTo>
                    <a:pt x="2260600" y="829310"/>
                  </a:moveTo>
                  <a:lnTo>
                    <a:pt x="2235200" y="829310"/>
                  </a:lnTo>
                  <a:lnTo>
                    <a:pt x="2235200" y="824738"/>
                  </a:lnTo>
                  <a:lnTo>
                    <a:pt x="2260600" y="824738"/>
                  </a:lnTo>
                  <a:close/>
                  <a:moveTo>
                    <a:pt x="2209800" y="824738"/>
                  </a:moveTo>
                  <a:lnTo>
                    <a:pt x="2184400" y="824738"/>
                  </a:lnTo>
                  <a:lnTo>
                    <a:pt x="2184400" y="820166"/>
                  </a:lnTo>
                  <a:lnTo>
                    <a:pt x="2209800" y="820166"/>
                  </a:lnTo>
                  <a:close/>
                  <a:moveTo>
                    <a:pt x="2159000" y="820166"/>
                  </a:moveTo>
                  <a:lnTo>
                    <a:pt x="2133600" y="820166"/>
                  </a:lnTo>
                  <a:lnTo>
                    <a:pt x="2133600" y="815594"/>
                  </a:lnTo>
                  <a:lnTo>
                    <a:pt x="2159000" y="815594"/>
                  </a:lnTo>
                  <a:close/>
                  <a:moveTo>
                    <a:pt x="2108200" y="815594"/>
                  </a:moveTo>
                  <a:lnTo>
                    <a:pt x="2082800" y="815594"/>
                  </a:lnTo>
                  <a:lnTo>
                    <a:pt x="2082800" y="811022"/>
                  </a:lnTo>
                  <a:lnTo>
                    <a:pt x="2108200" y="811022"/>
                  </a:lnTo>
                  <a:close/>
                  <a:moveTo>
                    <a:pt x="2057400" y="811022"/>
                  </a:moveTo>
                  <a:lnTo>
                    <a:pt x="2032000" y="811022"/>
                  </a:lnTo>
                  <a:lnTo>
                    <a:pt x="2032000" y="806450"/>
                  </a:lnTo>
                  <a:lnTo>
                    <a:pt x="2057400" y="806450"/>
                  </a:lnTo>
                  <a:close/>
                  <a:moveTo>
                    <a:pt x="2006600" y="806450"/>
                  </a:moveTo>
                  <a:lnTo>
                    <a:pt x="1981200" y="806450"/>
                  </a:lnTo>
                  <a:lnTo>
                    <a:pt x="1981200" y="801878"/>
                  </a:lnTo>
                  <a:lnTo>
                    <a:pt x="2006600" y="801878"/>
                  </a:lnTo>
                  <a:close/>
                  <a:moveTo>
                    <a:pt x="1955800" y="801878"/>
                  </a:moveTo>
                  <a:lnTo>
                    <a:pt x="1930400" y="801878"/>
                  </a:lnTo>
                  <a:lnTo>
                    <a:pt x="1930400" y="797306"/>
                  </a:lnTo>
                  <a:lnTo>
                    <a:pt x="1955800" y="797306"/>
                  </a:lnTo>
                  <a:close/>
                  <a:moveTo>
                    <a:pt x="1905000" y="797306"/>
                  </a:moveTo>
                  <a:lnTo>
                    <a:pt x="1879600" y="797306"/>
                  </a:lnTo>
                  <a:lnTo>
                    <a:pt x="1879600" y="792734"/>
                  </a:lnTo>
                  <a:lnTo>
                    <a:pt x="1905000" y="792734"/>
                  </a:lnTo>
                  <a:close/>
                  <a:moveTo>
                    <a:pt x="1854200" y="792734"/>
                  </a:moveTo>
                  <a:lnTo>
                    <a:pt x="1828800" y="792734"/>
                  </a:lnTo>
                  <a:lnTo>
                    <a:pt x="1828800" y="788162"/>
                  </a:lnTo>
                  <a:lnTo>
                    <a:pt x="1854200" y="788162"/>
                  </a:lnTo>
                  <a:close/>
                  <a:moveTo>
                    <a:pt x="1803400" y="788162"/>
                  </a:moveTo>
                  <a:lnTo>
                    <a:pt x="1778000" y="788162"/>
                  </a:lnTo>
                  <a:lnTo>
                    <a:pt x="1778000" y="783590"/>
                  </a:lnTo>
                  <a:lnTo>
                    <a:pt x="1803400" y="783590"/>
                  </a:lnTo>
                  <a:close/>
                  <a:moveTo>
                    <a:pt x="1752600" y="783590"/>
                  </a:moveTo>
                  <a:lnTo>
                    <a:pt x="1727200" y="783590"/>
                  </a:lnTo>
                  <a:lnTo>
                    <a:pt x="1727200" y="779018"/>
                  </a:lnTo>
                  <a:lnTo>
                    <a:pt x="1752600" y="779018"/>
                  </a:lnTo>
                  <a:close/>
                  <a:moveTo>
                    <a:pt x="1701800" y="779018"/>
                  </a:moveTo>
                  <a:lnTo>
                    <a:pt x="1676400" y="779018"/>
                  </a:lnTo>
                  <a:lnTo>
                    <a:pt x="1676400" y="774446"/>
                  </a:lnTo>
                  <a:lnTo>
                    <a:pt x="1701800" y="774446"/>
                  </a:lnTo>
                  <a:close/>
                  <a:moveTo>
                    <a:pt x="1651000" y="774446"/>
                  </a:moveTo>
                  <a:lnTo>
                    <a:pt x="1625600" y="774446"/>
                  </a:lnTo>
                  <a:lnTo>
                    <a:pt x="1625600" y="769874"/>
                  </a:lnTo>
                  <a:lnTo>
                    <a:pt x="1651000" y="769874"/>
                  </a:lnTo>
                  <a:close/>
                  <a:moveTo>
                    <a:pt x="1600200" y="769874"/>
                  </a:moveTo>
                  <a:lnTo>
                    <a:pt x="1574800" y="769874"/>
                  </a:lnTo>
                  <a:lnTo>
                    <a:pt x="1574800" y="765302"/>
                  </a:lnTo>
                  <a:lnTo>
                    <a:pt x="1600200" y="765302"/>
                  </a:lnTo>
                  <a:close/>
                  <a:moveTo>
                    <a:pt x="1549400" y="765302"/>
                  </a:moveTo>
                  <a:lnTo>
                    <a:pt x="1524000" y="765302"/>
                  </a:lnTo>
                  <a:lnTo>
                    <a:pt x="1524000" y="760730"/>
                  </a:lnTo>
                  <a:lnTo>
                    <a:pt x="1549400" y="760730"/>
                  </a:lnTo>
                  <a:close/>
                  <a:moveTo>
                    <a:pt x="1498600" y="760730"/>
                  </a:moveTo>
                  <a:lnTo>
                    <a:pt x="1473200" y="760730"/>
                  </a:lnTo>
                  <a:lnTo>
                    <a:pt x="1473200" y="756158"/>
                  </a:lnTo>
                  <a:lnTo>
                    <a:pt x="1498600" y="756158"/>
                  </a:lnTo>
                  <a:close/>
                  <a:moveTo>
                    <a:pt x="1447800" y="756158"/>
                  </a:moveTo>
                  <a:lnTo>
                    <a:pt x="1422400" y="756158"/>
                  </a:lnTo>
                  <a:lnTo>
                    <a:pt x="1422400" y="751586"/>
                  </a:lnTo>
                  <a:lnTo>
                    <a:pt x="1447800" y="751586"/>
                  </a:lnTo>
                  <a:close/>
                  <a:moveTo>
                    <a:pt x="1397000" y="751586"/>
                  </a:moveTo>
                  <a:lnTo>
                    <a:pt x="1371600" y="751586"/>
                  </a:lnTo>
                  <a:lnTo>
                    <a:pt x="1371600" y="747014"/>
                  </a:lnTo>
                  <a:lnTo>
                    <a:pt x="1397000" y="747014"/>
                  </a:lnTo>
                  <a:close/>
                  <a:moveTo>
                    <a:pt x="1346200" y="747014"/>
                  </a:moveTo>
                  <a:lnTo>
                    <a:pt x="1320800" y="747014"/>
                  </a:lnTo>
                  <a:lnTo>
                    <a:pt x="1320800" y="742442"/>
                  </a:lnTo>
                  <a:lnTo>
                    <a:pt x="1346200" y="742442"/>
                  </a:lnTo>
                  <a:close/>
                  <a:moveTo>
                    <a:pt x="1295400" y="742442"/>
                  </a:moveTo>
                  <a:lnTo>
                    <a:pt x="1270000" y="742442"/>
                  </a:lnTo>
                  <a:lnTo>
                    <a:pt x="1270000" y="737870"/>
                  </a:lnTo>
                  <a:lnTo>
                    <a:pt x="1295400" y="737870"/>
                  </a:lnTo>
                  <a:close/>
                  <a:moveTo>
                    <a:pt x="1244600" y="737870"/>
                  </a:moveTo>
                  <a:lnTo>
                    <a:pt x="1219200" y="737870"/>
                  </a:lnTo>
                  <a:lnTo>
                    <a:pt x="1219200" y="733298"/>
                  </a:lnTo>
                  <a:lnTo>
                    <a:pt x="1244600" y="733298"/>
                  </a:lnTo>
                  <a:close/>
                  <a:moveTo>
                    <a:pt x="1193800" y="733298"/>
                  </a:moveTo>
                  <a:lnTo>
                    <a:pt x="1168400" y="733298"/>
                  </a:lnTo>
                  <a:lnTo>
                    <a:pt x="1168400" y="728726"/>
                  </a:lnTo>
                  <a:lnTo>
                    <a:pt x="1193800" y="728726"/>
                  </a:lnTo>
                  <a:close/>
                  <a:moveTo>
                    <a:pt x="1143000" y="728726"/>
                  </a:moveTo>
                  <a:lnTo>
                    <a:pt x="1117600" y="728726"/>
                  </a:lnTo>
                  <a:lnTo>
                    <a:pt x="1117600" y="724154"/>
                  </a:lnTo>
                  <a:lnTo>
                    <a:pt x="1143000" y="724154"/>
                  </a:lnTo>
                  <a:close/>
                  <a:moveTo>
                    <a:pt x="1092200" y="724154"/>
                  </a:moveTo>
                  <a:lnTo>
                    <a:pt x="1066800" y="724154"/>
                  </a:lnTo>
                  <a:lnTo>
                    <a:pt x="1066800" y="719582"/>
                  </a:lnTo>
                  <a:lnTo>
                    <a:pt x="1092200" y="719582"/>
                  </a:lnTo>
                  <a:close/>
                  <a:moveTo>
                    <a:pt x="1041400" y="719582"/>
                  </a:moveTo>
                  <a:lnTo>
                    <a:pt x="1016000" y="719582"/>
                  </a:lnTo>
                  <a:lnTo>
                    <a:pt x="1016000" y="715010"/>
                  </a:lnTo>
                  <a:lnTo>
                    <a:pt x="1041400" y="715010"/>
                  </a:lnTo>
                  <a:close/>
                  <a:moveTo>
                    <a:pt x="990600" y="715010"/>
                  </a:moveTo>
                  <a:lnTo>
                    <a:pt x="965200" y="715010"/>
                  </a:lnTo>
                  <a:lnTo>
                    <a:pt x="965200" y="710438"/>
                  </a:lnTo>
                  <a:lnTo>
                    <a:pt x="990600" y="710438"/>
                  </a:lnTo>
                  <a:close/>
                  <a:moveTo>
                    <a:pt x="939800" y="710438"/>
                  </a:moveTo>
                  <a:lnTo>
                    <a:pt x="914400" y="710438"/>
                  </a:lnTo>
                  <a:lnTo>
                    <a:pt x="914400" y="705866"/>
                  </a:lnTo>
                  <a:lnTo>
                    <a:pt x="939800" y="705866"/>
                  </a:lnTo>
                  <a:close/>
                  <a:moveTo>
                    <a:pt x="889000" y="705866"/>
                  </a:moveTo>
                  <a:lnTo>
                    <a:pt x="863600" y="705866"/>
                  </a:lnTo>
                  <a:lnTo>
                    <a:pt x="863600" y="701294"/>
                  </a:lnTo>
                  <a:lnTo>
                    <a:pt x="889000" y="701294"/>
                  </a:lnTo>
                  <a:close/>
                  <a:moveTo>
                    <a:pt x="838200" y="701294"/>
                  </a:moveTo>
                  <a:lnTo>
                    <a:pt x="812800" y="701294"/>
                  </a:lnTo>
                  <a:lnTo>
                    <a:pt x="812800" y="696722"/>
                  </a:lnTo>
                  <a:lnTo>
                    <a:pt x="838200" y="696722"/>
                  </a:lnTo>
                  <a:close/>
                  <a:moveTo>
                    <a:pt x="787400" y="696722"/>
                  </a:moveTo>
                  <a:lnTo>
                    <a:pt x="762000" y="696722"/>
                  </a:lnTo>
                  <a:lnTo>
                    <a:pt x="762000" y="692150"/>
                  </a:lnTo>
                  <a:lnTo>
                    <a:pt x="787400" y="692150"/>
                  </a:lnTo>
                  <a:close/>
                  <a:moveTo>
                    <a:pt x="736600" y="692150"/>
                  </a:moveTo>
                  <a:lnTo>
                    <a:pt x="711200" y="692150"/>
                  </a:lnTo>
                  <a:lnTo>
                    <a:pt x="711200" y="687578"/>
                  </a:lnTo>
                  <a:lnTo>
                    <a:pt x="736600" y="687578"/>
                  </a:lnTo>
                  <a:close/>
                  <a:moveTo>
                    <a:pt x="685800" y="687578"/>
                  </a:moveTo>
                  <a:lnTo>
                    <a:pt x="660400" y="687578"/>
                  </a:lnTo>
                  <a:lnTo>
                    <a:pt x="660400" y="683006"/>
                  </a:lnTo>
                  <a:lnTo>
                    <a:pt x="685800" y="683006"/>
                  </a:lnTo>
                  <a:close/>
                  <a:moveTo>
                    <a:pt x="635000" y="683006"/>
                  </a:moveTo>
                  <a:lnTo>
                    <a:pt x="609600" y="683006"/>
                  </a:lnTo>
                  <a:lnTo>
                    <a:pt x="609600" y="678434"/>
                  </a:lnTo>
                  <a:lnTo>
                    <a:pt x="635000" y="678434"/>
                  </a:lnTo>
                  <a:close/>
                  <a:moveTo>
                    <a:pt x="584200" y="678434"/>
                  </a:moveTo>
                  <a:lnTo>
                    <a:pt x="558800" y="678434"/>
                  </a:lnTo>
                  <a:lnTo>
                    <a:pt x="558800" y="673862"/>
                  </a:lnTo>
                  <a:lnTo>
                    <a:pt x="584200" y="673862"/>
                  </a:lnTo>
                  <a:close/>
                  <a:moveTo>
                    <a:pt x="533400" y="673862"/>
                  </a:moveTo>
                  <a:lnTo>
                    <a:pt x="508000" y="673862"/>
                  </a:lnTo>
                  <a:lnTo>
                    <a:pt x="508000" y="669290"/>
                  </a:lnTo>
                  <a:lnTo>
                    <a:pt x="533400" y="669290"/>
                  </a:lnTo>
                  <a:close/>
                  <a:moveTo>
                    <a:pt x="482600" y="669290"/>
                  </a:moveTo>
                  <a:lnTo>
                    <a:pt x="457200" y="669290"/>
                  </a:lnTo>
                  <a:lnTo>
                    <a:pt x="457200" y="664718"/>
                  </a:lnTo>
                  <a:lnTo>
                    <a:pt x="482600" y="664718"/>
                  </a:lnTo>
                  <a:close/>
                  <a:moveTo>
                    <a:pt x="431800" y="664718"/>
                  </a:moveTo>
                  <a:lnTo>
                    <a:pt x="406400" y="664718"/>
                  </a:lnTo>
                  <a:lnTo>
                    <a:pt x="406400" y="660146"/>
                  </a:lnTo>
                  <a:lnTo>
                    <a:pt x="431800" y="660146"/>
                  </a:lnTo>
                  <a:close/>
                  <a:moveTo>
                    <a:pt x="381000" y="660146"/>
                  </a:moveTo>
                  <a:lnTo>
                    <a:pt x="355600" y="660146"/>
                  </a:lnTo>
                  <a:lnTo>
                    <a:pt x="355600" y="655574"/>
                  </a:lnTo>
                  <a:lnTo>
                    <a:pt x="381000" y="655574"/>
                  </a:lnTo>
                  <a:close/>
                  <a:moveTo>
                    <a:pt x="330200" y="655574"/>
                  </a:moveTo>
                  <a:lnTo>
                    <a:pt x="304800" y="655574"/>
                  </a:lnTo>
                  <a:lnTo>
                    <a:pt x="304800" y="651002"/>
                  </a:lnTo>
                  <a:lnTo>
                    <a:pt x="330200" y="651002"/>
                  </a:lnTo>
                  <a:close/>
                  <a:moveTo>
                    <a:pt x="279400" y="651002"/>
                  </a:moveTo>
                  <a:lnTo>
                    <a:pt x="254000" y="651002"/>
                  </a:lnTo>
                  <a:lnTo>
                    <a:pt x="254000" y="646430"/>
                  </a:lnTo>
                  <a:lnTo>
                    <a:pt x="279400" y="646430"/>
                  </a:lnTo>
                  <a:close/>
                  <a:moveTo>
                    <a:pt x="228600" y="646430"/>
                  </a:moveTo>
                  <a:lnTo>
                    <a:pt x="203200" y="646430"/>
                  </a:lnTo>
                  <a:lnTo>
                    <a:pt x="203200" y="641858"/>
                  </a:lnTo>
                  <a:lnTo>
                    <a:pt x="228600" y="641858"/>
                  </a:lnTo>
                  <a:close/>
                  <a:moveTo>
                    <a:pt x="177800" y="641858"/>
                  </a:moveTo>
                  <a:lnTo>
                    <a:pt x="152400" y="641858"/>
                  </a:lnTo>
                  <a:lnTo>
                    <a:pt x="152400" y="637286"/>
                  </a:lnTo>
                  <a:lnTo>
                    <a:pt x="177800" y="637286"/>
                  </a:lnTo>
                  <a:close/>
                  <a:moveTo>
                    <a:pt x="127000" y="637286"/>
                  </a:moveTo>
                  <a:lnTo>
                    <a:pt x="101600" y="637286"/>
                  </a:lnTo>
                  <a:lnTo>
                    <a:pt x="101600" y="632714"/>
                  </a:lnTo>
                  <a:lnTo>
                    <a:pt x="127000" y="632714"/>
                  </a:lnTo>
                  <a:close/>
                  <a:moveTo>
                    <a:pt x="76200" y="632714"/>
                  </a:moveTo>
                  <a:lnTo>
                    <a:pt x="50800" y="632714"/>
                  </a:lnTo>
                  <a:lnTo>
                    <a:pt x="50800" y="628142"/>
                  </a:lnTo>
                  <a:lnTo>
                    <a:pt x="76200" y="628142"/>
                  </a:lnTo>
                  <a:close/>
                  <a:moveTo>
                    <a:pt x="25400" y="628142"/>
                  </a:moveTo>
                  <a:lnTo>
                    <a:pt x="0" y="628142"/>
                  </a:lnTo>
                  <a:lnTo>
                    <a:pt x="0" y="623570"/>
                  </a:lnTo>
                  <a:lnTo>
                    <a:pt x="25400" y="623570"/>
                  </a:lnTo>
                  <a:close/>
                  <a:moveTo>
                    <a:pt x="111506" y="1327912"/>
                  </a:moveTo>
                  <a:lnTo>
                    <a:pt x="111506" y="1302512"/>
                  </a:lnTo>
                  <a:lnTo>
                    <a:pt x="116078" y="1302512"/>
                  </a:lnTo>
                  <a:lnTo>
                    <a:pt x="116078" y="1327912"/>
                  </a:lnTo>
                  <a:close/>
                  <a:moveTo>
                    <a:pt x="116078" y="1277112"/>
                  </a:moveTo>
                  <a:lnTo>
                    <a:pt x="116078" y="1251712"/>
                  </a:lnTo>
                  <a:lnTo>
                    <a:pt x="116078" y="1277112"/>
                  </a:lnTo>
                  <a:close/>
                  <a:moveTo>
                    <a:pt x="116078" y="1226312"/>
                  </a:moveTo>
                  <a:lnTo>
                    <a:pt x="116078" y="1200912"/>
                  </a:lnTo>
                  <a:lnTo>
                    <a:pt x="116078" y="1226312"/>
                  </a:lnTo>
                  <a:close/>
                  <a:moveTo>
                    <a:pt x="116078" y="1175512"/>
                  </a:moveTo>
                  <a:lnTo>
                    <a:pt x="116078" y="1150112"/>
                  </a:lnTo>
                  <a:lnTo>
                    <a:pt x="116078" y="1175512"/>
                  </a:lnTo>
                  <a:close/>
                  <a:moveTo>
                    <a:pt x="116078" y="1124712"/>
                  </a:moveTo>
                  <a:lnTo>
                    <a:pt x="116078" y="1099312"/>
                  </a:lnTo>
                  <a:lnTo>
                    <a:pt x="116078" y="1124712"/>
                  </a:lnTo>
                  <a:close/>
                  <a:moveTo>
                    <a:pt x="116078" y="1073912"/>
                  </a:moveTo>
                  <a:lnTo>
                    <a:pt x="116078" y="1048512"/>
                  </a:lnTo>
                  <a:lnTo>
                    <a:pt x="116078" y="1073912"/>
                  </a:lnTo>
                  <a:close/>
                  <a:moveTo>
                    <a:pt x="116078" y="1023112"/>
                  </a:moveTo>
                  <a:lnTo>
                    <a:pt x="116078" y="997712"/>
                  </a:lnTo>
                  <a:lnTo>
                    <a:pt x="116078" y="1023112"/>
                  </a:lnTo>
                  <a:close/>
                  <a:moveTo>
                    <a:pt x="116078" y="972312"/>
                  </a:moveTo>
                  <a:lnTo>
                    <a:pt x="116078" y="946912"/>
                  </a:lnTo>
                  <a:lnTo>
                    <a:pt x="116078" y="972312"/>
                  </a:lnTo>
                  <a:close/>
                  <a:moveTo>
                    <a:pt x="116078" y="921512"/>
                  </a:moveTo>
                  <a:lnTo>
                    <a:pt x="116078" y="896112"/>
                  </a:lnTo>
                  <a:lnTo>
                    <a:pt x="116078" y="921512"/>
                  </a:lnTo>
                  <a:close/>
                  <a:moveTo>
                    <a:pt x="116078" y="870712"/>
                  </a:moveTo>
                  <a:lnTo>
                    <a:pt x="116078" y="845312"/>
                  </a:lnTo>
                  <a:lnTo>
                    <a:pt x="116078" y="870712"/>
                  </a:lnTo>
                  <a:close/>
                  <a:moveTo>
                    <a:pt x="116078" y="819912"/>
                  </a:moveTo>
                  <a:lnTo>
                    <a:pt x="116078" y="794512"/>
                  </a:lnTo>
                  <a:lnTo>
                    <a:pt x="116078" y="819912"/>
                  </a:lnTo>
                  <a:close/>
                  <a:moveTo>
                    <a:pt x="116078" y="769112"/>
                  </a:moveTo>
                  <a:lnTo>
                    <a:pt x="116078" y="743712"/>
                  </a:lnTo>
                  <a:lnTo>
                    <a:pt x="116078" y="769112"/>
                  </a:lnTo>
                  <a:close/>
                  <a:moveTo>
                    <a:pt x="116078" y="718312"/>
                  </a:moveTo>
                  <a:lnTo>
                    <a:pt x="116078" y="692912"/>
                  </a:lnTo>
                  <a:lnTo>
                    <a:pt x="116078" y="718312"/>
                  </a:lnTo>
                  <a:close/>
                  <a:moveTo>
                    <a:pt x="116078" y="667512"/>
                  </a:moveTo>
                  <a:lnTo>
                    <a:pt x="116078" y="642112"/>
                  </a:lnTo>
                  <a:lnTo>
                    <a:pt x="116078" y="667512"/>
                  </a:lnTo>
                  <a:close/>
                  <a:moveTo>
                    <a:pt x="116078" y="616712"/>
                  </a:moveTo>
                  <a:lnTo>
                    <a:pt x="116078" y="591312"/>
                  </a:lnTo>
                  <a:lnTo>
                    <a:pt x="116078" y="616712"/>
                  </a:lnTo>
                  <a:close/>
                  <a:moveTo>
                    <a:pt x="116078" y="565912"/>
                  </a:moveTo>
                  <a:lnTo>
                    <a:pt x="116078" y="540512"/>
                  </a:lnTo>
                  <a:lnTo>
                    <a:pt x="116078" y="565912"/>
                  </a:lnTo>
                  <a:close/>
                  <a:moveTo>
                    <a:pt x="116078" y="515112"/>
                  </a:moveTo>
                  <a:lnTo>
                    <a:pt x="116078" y="489712"/>
                  </a:lnTo>
                  <a:lnTo>
                    <a:pt x="116078" y="515112"/>
                  </a:lnTo>
                  <a:close/>
                  <a:moveTo>
                    <a:pt x="116078" y="464312"/>
                  </a:moveTo>
                  <a:lnTo>
                    <a:pt x="116078" y="438912"/>
                  </a:lnTo>
                  <a:lnTo>
                    <a:pt x="116078" y="464312"/>
                  </a:lnTo>
                  <a:close/>
                  <a:moveTo>
                    <a:pt x="116078" y="413512"/>
                  </a:moveTo>
                  <a:lnTo>
                    <a:pt x="116078" y="388112"/>
                  </a:lnTo>
                  <a:lnTo>
                    <a:pt x="116078" y="413512"/>
                  </a:lnTo>
                  <a:close/>
                  <a:moveTo>
                    <a:pt x="116078" y="362712"/>
                  </a:moveTo>
                  <a:lnTo>
                    <a:pt x="116078" y="337312"/>
                  </a:lnTo>
                  <a:lnTo>
                    <a:pt x="116078" y="362712"/>
                  </a:lnTo>
                  <a:close/>
                  <a:moveTo>
                    <a:pt x="116078" y="311912"/>
                  </a:moveTo>
                  <a:lnTo>
                    <a:pt x="116078" y="286512"/>
                  </a:lnTo>
                  <a:lnTo>
                    <a:pt x="116078" y="311912"/>
                  </a:lnTo>
                  <a:close/>
                  <a:moveTo>
                    <a:pt x="116078" y="261112"/>
                  </a:moveTo>
                  <a:lnTo>
                    <a:pt x="116078" y="235712"/>
                  </a:lnTo>
                  <a:lnTo>
                    <a:pt x="116078" y="261112"/>
                  </a:lnTo>
                  <a:close/>
                  <a:moveTo>
                    <a:pt x="116078" y="210312"/>
                  </a:moveTo>
                  <a:lnTo>
                    <a:pt x="116078" y="184912"/>
                  </a:lnTo>
                  <a:lnTo>
                    <a:pt x="116078" y="210312"/>
                  </a:lnTo>
                  <a:close/>
                  <a:moveTo>
                    <a:pt x="116078" y="159512"/>
                  </a:moveTo>
                  <a:lnTo>
                    <a:pt x="116078" y="134112"/>
                  </a:lnTo>
                  <a:lnTo>
                    <a:pt x="116078" y="159512"/>
                  </a:lnTo>
                  <a:close/>
                  <a:moveTo>
                    <a:pt x="116078" y="108712"/>
                  </a:moveTo>
                  <a:lnTo>
                    <a:pt x="116078" y="83312"/>
                  </a:lnTo>
                  <a:lnTo>
                    <a:pt x="116078" y="108712"/>
                  </a:lnTo>
                  <a:close/>
                  <a:moveTo>
                    <a:pt x="116078" y="57912"/>
                  </a:moveTo>
                  <a:lnTo>
                    <a:pt x="116078" y="32512"/>
                  </a:lnTo>
                  <a:lnTo>
                    <a:pt x="116078" y="57912"/>
                  </a:lnTo>
                  <a:close/>
                  <a:moveTo>
                    <a:pt x="116078" y="7112"/>
                  </a:moveTo>
                  <a:lnTo>
                    <a:pt x="116078" y="2286"/>
                  </a:lnTo>
                  <a:cubicBezTo>
                    <a:pt x="111506" y="1016"/>
                    <a:pt x="112522" y="0"/>
                    <a:pt x="113792" y="0"/>
                  </a:cubicBezTo>
                  <a:lnTo>
                    <a:pt x="139192" y="0"/>
                  </a:lnTo>
                  <a:lnTo>
                    <a:pt x="139192" y="4572"/>
                  </a:lnTo>
                  <a:lnTo>
                    <a:pt x="113792" y="4572"/>
                  </a:lnTo>
                  <a:lnTo>
                    <a:pt x="113792" y="2286"/>
                  </a:lnTo>
                  <a:lnTo>
                    <a:pt x="116078" y="2286"/>
                  </a:lnTo>
                  <a:lnTo>
                    <a:pt x="116078" y="71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14324" cy="1384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86000" y="0"/>
            <a:ext cx="13716000" cy="10287000"/>
          </a:xfrm>
          <a:custGeom>
            <a:avLst/>
            <a:gdLst/>
            <a:ahLst/>
            <a:cxnLst/>
            <a:rect r="r" b="b" t="t" l="l"/>
            <a:pathLst>
              <a:path h="10287000" w="13716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625560" y="1551781"/>
          <a:ext cx="13004997" cy="6850917"/>
        </p:xfrm>
        <a:graphic>
          <a:graphicData uri="http://schemas.openxmlformats.org/drawingml/2006/table">
            <a:tbl>
              <a:tblPr/>
              <a:tblGrid>
                <a:gridCol w="2853998"/>
                <a:gridCol w="2853998"/>
                <a:gridCol w="2853998"/>
                <a:gridCol w="4443004"/>
              </a:tblGrid>
              <a:tr h="67263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Paper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Summary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Publication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9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Automatically identifying, counting, and describing wild animals in camera-trap images with deep learning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is a seminal paper that demonstrates deep learning can automate animal identification with 96.6% accuracy (matching human volunteers).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Norouzzadeh, M. S.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Proceedings of the National Academy of Sciences (PNAS), Vol. 115, Issue 25, pp. E5716-E5725, 2018.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914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 AI-based Wild Animal Detection System and Its Application.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paper describes a complete end-to-end system similar to yours, which integrates image sensors, edge computing boxes, and a data visualization platform. </a:t>
                      </a:r>
                      <a:endParaRPr lang="en-US" sz="1100"/>
                    </a:p>
                    <a:p>
                      <a:pPr algn="ctr">
                        <a:lnSpc>
                          <a:spcPts val="2756"/>
                        </a:lnSpc>
                      </a:pPr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Lin, C.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Biodiversity Data Journal, Vol. 11, e108343, 2023.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49021" y="132239"/>
            <a:ext cx="8558076" cy="1419541"/>
            <a:chOff x="0" y="0"/>
            <a:chExt cx="8114324" cy="1345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11506" y="0"/>
              <a:ext cx="8225917" cy="1350518"/>
            </a:xfrm>
            <a:custGeom>
              <a:avLst/>
              <a:gdLst/>
              <a:ahLst/>
              <a:cxnLst/>
              <a:rect r="r" b="b" t="t" l="l"/>
              <a:pathLst>
                <a:path h="1350518" w="8225917">
                  <a:moveTo>
                    <a:pt x="164592" y="0"/>
                  </a:moveTo>
                  <a:lnTo>
                    <a:pt x="189992" y="0"/>
                  </a:lnTo>
                  <a:lnTo>
                    <a:pt x="189992" y="4572"/>
                  </a:lnTo>
                  <a:lnTo>
                    <a:pt x="164592" y="4572"/>
                  </a:lnTo>
                  <a:close/>
                  <a:moveTo>
                    <a:pt x="215392" y="4572"/>
                  </a:moveTo>
                  <a:lnTo>
                    <a:pt x="240792" y="4572"/>
                  </a:lnTo>
                  <a:lnTo>
                    <a:pt x="215392" y="4572"/>
                  </a:lnTo>
                  <a:close/>
                  <a:moveTo>
                    <a:pt x="266192" y="4572"/>
                  </a:moveTo>
                  <a:lnTo>
                    <a:pt x="291592" y="4572"/>
                  </a:lnTo>
                  <a:lnTo>
                    <a:pt x="266192" y="4572"/>
                  </a:lnTo>
                  <a:close/>
                  <a:moveTo>
                    <a:pt x="316992" y="4572"/>
                  </a:moveTo>
                  <a:lnTo>
                    <a:pt x="342392" y="4572"/>
                  </a:lnTo>
                  <a:lnTo>
                    <a:pt x="316992" y="4572"/>
                  </a:lnTo>
                  <a:close/>
                  <a:moveTo>
                    <a:pt x="367792" y="4572"/>
                  </a:moveTo>
                  <a:lnTo>
                    <a:pt x="393192" y="4572"/>
                  </a:lnTo>
                  <a:lnTo>
                    <a:pt x="367792" y="4572"/>
                  </a:lnTo>
                  <a:close/>
                  <a:moveTo>
                    <a:pt x="418592" y="4572"/>
                  </a:moveTo>
                  <a:lnTo>
                    <a:pt x="443992" y="4572"/>
                  </a:lnTo>
                  <a:lnTo>
                    <a:pt x="418592" y="4572"/>
                  </a:lnTo>
                  <a:close/>
                  <a:moveTo>
                    <a:pt x="469392" y="4572"/>
                  </a:moveTo>
                  <a:lnTo>
                    <a:pt x="494792" y="4572"/>
                  </a:lnTo>
                  <a:lnTo>
                    <a:pt x="469392" y="4572"/>
                  </a:lnTo>
                  <a:close/>
                  <a:moveTo>
                    <a:pt x="520192" y="4572"/>
                  </a:moveTo>
                  <a:lnTo>
                    <a:pt x="545592" y="4572"/>
                  </a:lnTo>
                  <a:lnTo>
                    <a:pt x="520192" y="4572"/>
                  </a:lnTo>
                  <a:close/>
                  <a:moveTo>
                    <a:pt x="570992" y="4572"/>
                  </a:moveTo>
                  <a:lnTo>
                    <a:pt x="596392" y="4572"/>
                  </a:lnTo>
                  <a:lnTo>
                    <a:pt x="570992" y="4572"/>
                  </a:lnTo>
                  <a:close/>
                  <a:moveTo>
                    <a:pt x="621792" y="4572"/>
                  </a:moveTo>
                  <a:lnTo>
                    <a:pt x="647192" y="4572"/>
                  </a:lnTo>
                  <a:lnTo>
                    <a:pt x="621792" y="4572"/>
                  </a:lnTo>
                  <a:close/>
                  <a:moveTo>
                    <a:pt x="672592" y="4572"/>
                  </a:moveTo>
                  <a:lnTo>
                    <a:pt x="697992" y="4572"/>
                  </a:lnTo>
                  <a:lnTo>
                    <a:pt x="672592" y="4572"/>
                  </a:lnTo>
                  <a:close/>
                  <a:moveTo>
                    <a:pt x="723392" y="4572"/>
                  </a:moveTo>
                  <a:lnTo>
                    <a:pt x="748792" y="4572"/>
                  </a:lnTo>
                  <a:lnTo>
                    <a:pt x="723392" y="4572"/>
                  </a:lnTo>
                  <a:close/>
                  <a:moveTo>
                    <a:pt x="774192" y="4572"/>
                  </a:moveTo>
                  <a:lnTo>
                    <a:pt x="799592" y="4572"/>
                  </a:lnTo>
                  <a:lnTo>
                    <a:pt x="774192" y="4572"/>
                  </a:lnTo>
                  <a:close/>
                  <a:moveTo>
                    <a:pt x="824992" y="4572"/>
                  </a:moveTo>
                  <a:lnTo>
                    <a:pt x="850392" y="4572"/>
                  </a:lnTo>
                  <a:lnTo>
                    <a:pt x="824992" y="4572"/>
                  </a:lnTo>
                  <a:close/>
                  <a:moveTo>
                    <a:pt x="875792" y="4572"/>
                  </a:moveTo>
                  <a:lnTo>
                    <a:pt x="901192" y="4572"/>
                  </a:lnTo>
                  <a:lnTo>
                    <a:pt x="875792" y="4572"/>
                  </a:lnTo>
                  <a:close/>
                  <a:moveTo>
                    <a:pt x="926592" y="4572"/>
                  </a:moveTo>
                  <a:lnTo>
                    <a:pt x="951992" y="4572"/>
                  </a:lnTo>
                  <a:lnTo>
                    <a:pt x="926592" y="4572"/>
                  </a:lnTo>
                  <a:close/>
                  <a:moveTo>
                    <a:pt x="977392" y="4572"/>
                  </a:moveTo>
                  <a:lnTo>
                    <a:pt x="1002792" y="4572"/>
                  </a:lnTo>
                  <a:lnTo>
                    <a:pt x="977392" y="4572"/>
                  </a:lnTo>
                  <a:close/>
                  <a:moveTo>
                    <a:pt x="1028192" y="4572"/>
                  </a:moveTo>
                  <a:lnTo>
                    <a:pt x="1053592" y="4572"/>
                  </a:lnTo>
                  <a:lnTo>
                    <a:pt x="1028192" y="4572"/>
                  </a:lnTo>
                  <a:close/>
                  <a:moveTo>
                    <a:pt x="1078992" y="4572"/>
                  </a:moveTo>
                  <a:lnTo>
                    <a:pt x="1104392" y="4572"/>
                  </a:lnTo>
                  <a:lnTo>
                    <a:pt x="1078992" y="4572"/>
                  </a:lnTo>
                  <a:close/>
                  <a:moveTo>
                    <a:pt x="1129792" y="4572"/>
                  </a:moveTo>
                  <a:lnTo>
                    <a:pt x="1155192" y="4572"/>
                  </a:lnTo>
                  <a:lnTo>
                    <a:pt x="1129792" y="4572"/>
                  </a:lnTo>
                  <a:close/>
                  <a:moveTo>
                    <a:pt x="1180592" y="4572"/>
                  </a:moveTo>
                  <a:lnTo>
                    <a:pt x="1205992" y="4572"/>
                  </a:lnTo>
                  <a:lnTo>
                    <a:pt x="1180592" y="4572"/>
                  </a:lnTo>
                  <a:close/>
                  <a:moveTo>
                    <a:pt x="1231392" y="4572"/>
                  </a:moveTo>
                  <a:lnTo>
                    <a:pt x="1256792" y="4572"/>
                  </a:lnTo>
                  <a:lnTo>
                    <a:pt x="1231392" y="4572"/>
                  </a:lnTo>
                  <a:close/>
                  <a:moveTo>
                    <a:pt x="1282192" y="4572"/>
                  </a:moveTo>
                  <a:lnTo>
                    <a:pt x="1307592" y="4572"/>
                  </a:lnTo>
                  <a:lnTo>
                    <a:pt x="1282192" y="4572"/>
                  </a:lnTo>
                  <a:close/>
                  <a:moveTo>
                    <a:pt x="1332992" y="4572"/>
                  </a:moveTo>
                  <a:lnTo>
                    <a:pt x="1358392" y="4572"/>
                  </a:lnTo>
                  <a:lnTo>
                    <a:pt x="1332992" y="4572"/>
                  </a:lnTo>
                  <a:close/>
                  <a:moveTo>
                    <a:pt x="1383792" y="4572"/>
                  </a:moveTo>
                  <a:lnTo>
                    <a:pt x="1409192" y="4572"/>
                  </a:lnTo>
                  <a:lnTo>
                    <a:pt x="1383792" y="4572"/>
                  </a:lnTo>
                  <a:close/>
                  <a:moveTo>
                    <a:pt x="1434592" y="4572"/>
                  </a:moveTo>
                  <a:lnTo>
                    <a:pt x="1459992" y="4572"/>
                  </a:lnTo>
                  <a:lnTo>
                    <a:pt x="1434592" y="4572"/>
                  </a:lnTo>
                  <a:close/>
                  <a:moveTo>
                    <a:pt x="1485392" y="4572"/>
                  </a:moveTo>
                  <a:lnTo>
                    <a:pt x="1510792" y="4572"/>
                  </a:lnTo>
                  <a:lnTo>
                    <a:pt x="1485392" y="4572"/>
                  </a:lnTo>
                  <a:close/>
                  <a:moveTo>
                    <a:pt x="1536192" y="4572"/>
                  </a:moveTo>
                  <a:lnTo>
                    <a:pt x="1561592" y="4572"/>
                  </a:lnTo>
                  <a:lnTo>
                    <a:pt x="1536192" y="4572"/>
                  </a:lnTo>
                  <a:close/>
                  <a:moveTo>
                    <a:pt x="1586992" y="4572"/>
                  </a:moveTo>
                  <a:lnTo>
                    <a:pt x="1612392" y="4572"/>
                  </a:lnTo>
                  <a:lnTo>
                    <a:pt x="1586992" y="4572"/>
                  </a:lnTo>
                  <a:close/>
                  <a:moveTo>
                    <a:pt x="1637792" y="4572"/>
                  </a:moveTo>
                  <a:lnTo>
                    <a:pt x="1663192" y="4572"/>
                  </a:lnTo>
                  <a:lnTo>
                    <a:pt x="1637792" y="4572"/>
                  </a:lnTo>
                  <a:close/>
                  <a:moveTo>
                    <a:pt x="1688592" y="4572"/>
                  </a:moveTo>
                  <a:lnTo>
                    <a:pt x="1713992" y="4572"/>
                  </a:lnTo>
                  <a:lnTo>
                    <a:pt x="1688592" y="4572"/>
                  </a:lnTo>
                  <a:close/>
                  <a:moveTo>
                    <a:pt x="1739392" y="4572"/>
                  </a:moveTo>
                  <a:lnTo>
                    <a:pt x="1764792" y="4572"/>
                  </a:lnTo>
                  <a:lnTo>
                    <a:pt x="1739392" y="4572"/>
                  </a:lnTo>
                  <a:close/>
                  <a:moveTo>
                    <a:pt x="1790192" y="4572"/>
                  </a:moveTo>
                  <a:lnTo>
                    <a:pt x="1815592" y="4572"/>
                  </a:lnTo>
                  <a:lnTo>
                    <a:pt x="1790192" y="4572"/>
                  </a:lnTo>
                  <a:close/>
                  <a:moveTo>
                    <a:pt x="1840992" y="4572"/>
                  </a:moveTo>
                  <a:lnTo>
                    <a:pt x="1866392" y="4572"/>
                  </a:lnTo>
                  <a:lnTo>
                    <a:pt x="1840992" y="4572"/>
                  </a:lnTo>
                  <a:close/>
                  <a:moveTo>
                    <a:pt x="1891792" y="4572"/>
                  </a:moveTo>
                  <a:lnTo>
                    <a:pt x="1917192" y="4572"/>
                  </a:lnTo>
                  <a:lnTo>
                    <a:pt x="1891792" y="4572"/>
                  </a:lnTo>
                  <a:close/>
                  <a:moveTo>
                    <a:pt x="1942592" y="4572"/>
                  </a:moveTo>
                  <a:lnTo>
                    <a:pt x="1967992" y="4572"/>
                  </a:lnTo>
                  <a:lnTo>
                    <a:pt x="1942592" y="4572"/>
                  </a:lnTo>
                  <a:close/>
                  <a:moveTo>
                    <a:pt x="1993392" y="4572"/>
                  </a:moveTo>
                  <a:lnTo>
                    <a:pt x="2018792" y="4572"/>
                  </a:lnTo>
                  <a:lnTo>
                    <a:pt x="1993392" y="4572"/>
                  </a:lnTo>
                  <a:close/>
                  <a:moveTo>
                    <a:pt x="2044192" y="4572"/>
                  </a:moveTo>
                  <a:lnTo>
                    <a:pt x="2069592" y="4572"/>
                  </a:lnTo>
                  <a:lnTo>
                    <a:pt x="2044192" y="4572"/>
                  </a:lnTo>
                  <a:close/>
                  <a:moveTo>
                    <a:pt x="2094992" y="4572"/>
                  </a:moveTo>
                  <a:lnTo>
                    <a:pt x="2120392" y="4572"/>
                  </a:lnTo>
                  <a:lnTo>
                    <a:pt x="2094992" y="4572"/>
                  </a:lnTo>
                  <a:close/>
                  <a:moveTo>
                    <a:pt x="2145792" y="4572"/>
                  </a:moveTo>
                  <a:lnTo>
                    <a:pt x="2171192" y="4572"/>
                  </a:lnTo>
                  <a:lnTo>
                    <a:pt x="2145792" y="4572"/>
                  </a:lnTo>
                  <a:close/>
                  <a:moveTo>
                    <a:pt x="2196592" y="4572"/>
                  </a:moveTo>
                  <a:lnTo>
                    <a:pt x="2221992" y="4572"/>
                  </a:lnTo>
                  <a:lnTo>
                    <a:pt x="2196592" y="4572"/>
                  </a:lnTo>
                  <a:close/>
                  <a:moveTo>
                    <a:pt x="2247392" y="4572"/>
                  </a:moveTo>
                  <a:lnTo>
                    <a:pt x="2272792" y="4572"/>
                  </a:lnTo>
                  <a:lnTo>
                    <a:pt x="2247392" y="4572"/>
                  </a:lnTo>
                  <a:close/>
                  <a:moveTo>
                    <a:pt x="2298192" y="4572"/>
                  </a:moveTo>
                  <a:lnTo>
                    <a:pt x="2323592" y="4572"/>
                  </a:lnTo>
                  <a:lnTo>
                    <a:pt x="2298192" y="4572"/>
                  </a:lnTo>
                  <a:close/>
                  <a:moveTo>
                    <a:pt x="2348992" y="4572"/>
                  </a:moveTo>
                  <a:lnTo>
                    <a:pt x="2374392" y="4572"/>
                  </a:lnTo>
                  <a:lnTo>
                    <a:pt x="2348992" y="4572"/>
                  </a:lnTo>
                  <a:close/>
                  <a:moveTo>
                    <a:pt x="2399792" y="4572"/>
                  </a:moveTo>
                  <a:lnTo>
                    <a:pt x="2425192" y="4572"/>
                  </a:lnTo>
                  <a:lnTo>
                    <a:pt x="2399792" y="4572"/>
                  </a:lnTo>
                  <a:close/>
                  <a:moveTo>
                    <a:pt x="2450592" y="4572"/>
                  </a:moveTo>
                  <a:lnTo>
                    <a:pt x="2475992" y="4572"/>
                  </a:lnTo>
                  <a:lnTo>
                    <a:pt x="2450592" y="4572"/>
                  </a:lnTo>
                  <a:close/>
                  <a:moveTo>
                    <a:pt x="2501392" y="4572"/>
                  </a:moveTo>
                  <a:lnTo>
                    <a:pt x="2526792" y="4572"/>
                  </a:lnTo>
                  <a:lnTo>
                    <a:pt x="2501392" y="4572"/>
                  </a:lnTo>
                  <a:close/>
                  <a:moveTo>
                    <a:pt x="2552192" y="4572"/>
                  </a:moveTo>
                  <a:lnTo>
                    <a:pt x="2577592" y="4572"/>
                  </a:lnTo>
                  <a:lnTo>
                    <a:pt x="2552192" y="4572"/>
                  </a:lnTo>
                  <a:close/>
                  <a:moveTo>
                    <a:pt x="2602992" y="4572"/>
                  </a:moveTo>
                  <a:lnTo>
                    <a:pt x="2628392" y="4572"/>
                  </a:lnTo>
                  <a:lnTo>
                    <a:pt x="2602992" y="4572"/>
                  </a:lnTo>
                  <a:close/>
                  <a:moveTo>
                    <a:pt x="2653792" y="4572"/>
                  </a:moveTo>
                  <a:lnTo>
                    <a:pt x="2679192" y="4572"/>
                  </a:lnTo>
                  <a:lnTo>
                    <a:pt x="2653792" y="4572"/>
                  </a:lnTo>
                  <a:close/>
                  <a:moveTo>
                    <a:pt x="2704592" y="4572"/>
                  </a:moveTo>
                  <a:lnTo>
                    <a:pt x="2729992" y="4572"/>
                  </a:lnTo>
                  <a:lnTo>
                    <a:pt x="2704592" y="4572"/>
                  </a:lnTo>
                  <a:close/>
                  <a:moveTo>
                    <a:pt x="2755392" y="4572"/>
                  </a:moveTo>
                  <a:lnTo>
                    <a:pt x="2780792" y="4572"/>
                  </a:lnTo>
                  <a:lnTo>
                    <a:pt x="2755392" y="4572"/>
                  </a:lnTo>
                  <a:close/>
                  <a:moveTo>
                    <a:pt x="2806192" y="4572"/>
                  </a:moveTo>
                  <a:lnTo>
                    <a:pt x="2831592" y="4572"/>
                  </a:lnTo>
                  <a:lnTo>
                    <a:pt x="2806192" y="4572"/>
                  </a:lnTo>
                  <a:close/>
                  <a:moveTo>
                    <a:pt x="2856992" y="4572"/>
                  </a:moveTo>
                  <a:lnTo>
                    <a:pt x="2882392" y="4572"/>
                  </a:lnTo>
                  <a:lnTo>
                    <a:pt x="2856992" y="4572"/>
                  </a:lnTo>
                  <a:close/>
                  <a:moveTo>
                    <a:pt x="2907792" y="4572"/>
                  </a:moveTo>
                  <a:lnTo>
                    <a:pt x="2933192" y="4572"/>
                  </a:lnTo>
                  <a:lnTo>
                    <a:pt x="2907792" y="4572"/>
                  </a:lnTo>
                  <a:close/>
                  <a:moveTo>
                    <a:pt x="2958592" y="4572"/>
                  </a:moveTo>
                  <a:lnTo>
                    <a:pt x="2983992" y="4572"/>
                  </a:lnTo>
                  <a:lnTo>
                    <a:pt x="2958592" y="4572"/>
                  </a:lnTo>
                  <a:close/>
                  <a:moveTo>
                    <a:pt x="3009392" y="4572"/>
                  </a:moveTo>
                  <a:lnTo>
                    <a:pt x="3034792" y="4572"/>
                  </a:lnTo>
                  <a:lnTo>
                    <a:pt x="3009392" y="4572"/>
                  </a:lnTo>
                  <a:close/>
                  <a:moveTo>
                    <a:pt x="3060192" y="4572"/>
                  </a:moveTo>
                  <a:lnTo>
                    <a:pt x="3085592" y="4572"/>
                  </a:lnTo>
                  <a:lnTo>
                    <a:pt x="3060192" y="4572"/>
                  </a:lnTo>
                  <a:close/>
                  <a:moveTo>
                    <a:pt x="3110992" y="4572"/>
                  </a:moveTo>
                  <a:lnTo>
                    <a:pt x="3136392" y="4572"/>
                  </a:lnTo>
                  <a:lnTo>
                    <a:pt x="3110992" y="4572"/>
                  </a:lnTo>
                  <a:close/>
                  <a:moveTo>
                    <a:pt x="3161792" y="4572"/>
                  </a:moveTo>
                  <a:lnTo>
                    <a:pt x="3187192" y="4572"/>
                  </a:lnTo>
                  <a:lnTo>
                    <a:pt x="3161792" y="4572"/>
                  </a:lnTo>
                  <a:close/>
                  <a:moveTo>
                    <a:pt x="3212592" y="4572"/>
                  </a:moveTo>
                  <a:lnTo>
                    <a:pt x="3237992" y="4572"/>
                  </a:lnTo>
                  <a:lnTo>
                    <a:pt x="3212592" y="4572"/>
                  </a:lnTo>
                  <a:close/>
                  <a:moveTo>
                    <a:pt x="3263392" y="4572"/>
                  </a:moveTo>
                  <a:lnTo>
                    <a:pt x="3288792" y="4572"/>
                  </a:lnTo>
                  <a:lnTo>
                    <a:pt x="3263392" y="4572"/>
                  </a:lnTo>
                  <a:close/>
                  <a:moveTo>
                    <a:pt x="3314192" y="4572"/>
                  </a:moveTo>
                  <a:lnTo>
                    <a:pt x="3339592" y="4572"/>
                  </a:lnTo>
                  <a:lnTo>
                    <a:pt x="3314192" y="4572"/>
                  </a:lnTo>
                  <a:close/>
                  <a:moveTo>
                    <a:pt x="3364992" y="4572"/>
                  </a:moveTo>
                  <a:lnTo>
                    <a:pt x="3390392" y="4572"/>
                  </a:lnTo>
                  <a:lnTo>
                    <a:pt x="3364992" y="4572"/>
                  </a:lnTo>
                  <a:close/>
                  <a:moveTo>
                    <a:pt x="3415792" y="4572"/>
                  </a:moveTo>
                  <a:lnTo>
                    <a:pt x="3441192" y="4572"/>
                  </a:lnTo>
                  <a:lnTo>
                    <a:pt x="3415792" y="4572"/>
                  </a:lnTo>
                  <a:close/>
                  <a:moveTo>
                    <a:pt x="3466592" y="4572"/>
                  </a:moveTo>
                  <a:lnTo>
                    <a:pt x="3491992" y="4572"/>
                  </a:lnTo>
                  <a:lnTo>
                    <a:pt x="3466592" y="4572"/>
                  </a:lnTo>
                  <a:close/>
                  <a:moveTo>
                    <a:pt x="3517392" y="4572"/>
                  </a:moveTo>
                  <a:lnTo>
                    <a:pt x="3542792" y="4572"/>
                  </a:lnTo>
                  <a:lnTo>
                    <a:pt x="3517392" y="4572"/>
                  </a:lnTo>
                  <a:close/>
                  <a:moveTo>
                    <a:pt x="3568192" y="4572"/>
                  </a:moveTo>
                  <a:lnTo>
                    <a:pt x="3593592" y="4572"/>
                  </a:lnTo>
                  <a:lnTo>
                    <a:pt x="3568192" y="4572"/>
                  </a:lnTo>
                  <a:close/>
                  <a:moveTo>
                    <a:pt x="3618992" y="4572"/>
                  </a:moveTo>
                  <a:lnTo>
                    <a:pt x="3644392" y="4572"/>
                  </a:lnTo>
                  <a:lnTo>
                    <a:pt x="3618992" y="4572"/>
                  </a:lnTo>
                  <a:close/>
                  <a:moveTo>
                    <a:pt x="3669792" y="4572"/>
                  </a:moveTo>
                  <a:lnTo>
                    <a:pt x="3695192" y="4572"/>
                  </a:lnTo>
                  <a:lnTo>
                    <a:pt x="3669792" y="4572"/>
                  </a:lnTo>
                  <a:close/>
                  <a:moveTo>
                    <a:pt x="3720592" y="4572"/>
                  </a:moveTo>
                  <a:lnTo>
                    <a:pt x="3745992" y="4572"/>
                  </a:lnTo>
                  <a:lnTo>
                    <a:pt x="3720592" y="4572"/>
                  </a:lnTo>
                  <a:close/>
                  <a:moveTo>
                    <a:pt x="3771392" y="4572"/>
                  </a:moveTo>
                  <a:lnTo>
                    <a:pt x="3796792" y="4572"/>
                  </a:lnTo>
                  <a:lnTo>
                    <a:pt x="3771392" y="4572"/>
                  </a:lnTo>
                  <a:close/>
                  <a:moveTo>
                    <a:pt x="3822192" y="4572"/>
                  </a:moveTo>
                  <a:lnTo>
                    <a:pt x="3847592" y="4572"/>
                  </a:lnTo>
                  <a:lnTo>
                    <a:pt x="3822192" y="4572"/>
                  </a:lnTo>
                  <a:close/>
                  <a:moveTo>
                    <a:pt x="3872992" y="4572"/>
                  </a:moveTo>
                  <a:lnTo>
                    <a:pt x="3898392" y="4572"/>
                  </a:lnTo>
                  <a:lnTo>
                    <a:pt x="3872992" y="4572"/>
                  </a:lnTo>
                  <a:close/>
                  <a:moveTo>
                    <a:pt x="3923792" y="4572"/>
                  </a:moveTo>
                  <a:lnTo>
                    <a:pt x="3949192" y="4572"/>
                  </a:lnTo>
                  <a:lnTo>
                    <a:pt x="3923792" y="4572"/>
                  </a:lnTo>
                  <a:close/>
                  <a:moveTo>
                    <a:pt x="3974592" y="4572"/>
                  </a:moveTo>
                  <a:lnTo>
                    <a:pt x="3999992" y="4572"/>
                  </a:lnTo>
                  <a:lnTo>
                    <a:pt x="3974592" y="4572"/>
                  </a:lnTo>
                  <a:close/>
                  <a:moveTo>
                    <a:pt x="4025392" y="4572"/>
                  </a:moveTo>
                  <a:lnTo>
                    <a:pt x="4050792" y="4572"/>
                  </a:lnTo>
                  <a:lnTo>
                    <a:pt x="4025392" y="4572"/>
                  </a:lnTo>
                  <a:close/>
                  <a:moveTo>
                    <a:pt x="4076192" y="4572"/>
                  </a:moveTo>
                  <a:lnTo>
                    <a:pt x="4101592" y="4572"/>
                  </a:lnTo>
                  <a:lnTo>
                    <a:pt x="4076192" y="4572"/>
                  </a:lnTo>
                  <a:close/>
                  <a:moveTo>
                    <a:pt x="4126992" y="4572"/>
                  </a:moveTo>
                  <a:lnTo>
                    <a:pt x="4152392" y="4572"/>
                  </a:lnTo>
                  <a:lnTo>
                    <a:pt x="4126992" y="4572"/>
                  </a:lnTo>
                  <a:close/>
                  <a:moveTo>
                    <a:pt x="4177792" y="4572"/>
                  </a:moveTo>
                  <a:lnTo>
                    <a:pt x="4203192" y="4572"/>
                  </a:lnTo>
                  <a:lnTo>
                    <a:pt x="4177792" y="4572"/>
                  </a:lnTo>
                  <a:close/>
                  <a:moveTo>
                    <a:pt x="4228592" y="4572"/>
                  </a:moveTo>
                  <a:lnTo>
                    <a:pt x="4253992" y="4572"/>
                  </a:lnTo>
                  <a:lnTo>
                    <a:pt x="4228592" y="4572"/>
                  </a:lnTo>
                  <a:close/>
                  <a:moveTo>
                    <a:pt x="4279392" y="4572"/>
                  </a:moveTo>
                  <a:lnTo>
                    <a:pt x="4304792" y="4572"/>
                  </a:lnTo>
                  <a:lnTo>
                    <a:pt x="4279392" y="4572"/>
                  </a:lnTo>
                  <a:close/>
                  <a:moveTo>
                    <a:pt x="4330192" y="4572"/>
                  </a:moveTo>
                  <a:lnTo>
                    <a:pt x="4355592" y="4572"/>
                  </a:lnTo>
                  <a:lnTo>
                    <a:pt x="4330192" y="4572"/>
                  </a:lnTo>
                  <a:close/>
                  <a:moveTo>
                    <a:pt x="4380992" y="4572"/>
                  </a:moveTo>
                  <a:lnTo>
                    <a:pt x="4406392" y="4572"/>
                  </a:lnTo>
                  <a:lnTo>
                    <a:pt x="4380992" y="4572"/>
                  </a:lnTo>
                  <a:close/>
                  <a:moveTo>
                    <a:pt x="4431792" y="4572"/>
                  </a:moveTo>
                  <a:lnTo>
                    <a:pt x="4457192" y="4572"/>
                  </a:lnTo>
                  <a:lnTo>
                    <a:pt x="4431792" y="4572"/>
                  </a:lnTo>
                  <a:close/>
                  <a:moveTo>
                    <a:pt x="4482592" y="4572"/>
                  </a:moveTo>
                  <a:lnTo>
                    <a:pt x="4507992" y="4572"/>
                  </a:lnTo>
                  <a:lnTo>
                    <a:pt x="4482592" y="4572"/>
                  </a:lnTo>
                  <a:close/>
                  <a:moveTo>
                    <a:pt x="4533392" y="4572"/>
                  </a:moveTo>
                  <a:lnTo>
                    <a:pt x="4558792" y="4572"/>
                  </a:lnTo>
                  <a:lnTo>
                    <a:pt x="4533392" y="4572"/>
                  </a:lnTo>
                  <a:close/>
                  <a:moveTo>
                    <a:pt x="4584192" y="4572"/>
                  </a:moveTo>
                  <a:lnTo>
                    <a:pt x="4609592" y="4572"/>
                  </a:lnTo>
                  <a:lnTo>
                    <a:pt x="4584192" y="4572"/>
                  </a:lnTo>
                  <a:close/>
                  <a:moveTo>
                    <a:pt x="4634992" y="4572"/>
                  </a:moveTo>
                  <a:lnTo>
                    <a:pt x="4660392" y="4572"/>
                  </a:lnTo>
                  <a:lnTo>
                    <a:pt x="4634992" y="4572"/>
                  </a:lnTo>
                  <a:close/>
                  <a:moveTo>
                    <a:pt x="4685792" y="4572"/>
                  </a:moveTo>
                  <a:lnTo>
                    <a:pt x="4711192" y="4572"/>
                  </a:lnTo>
                  <a:lnTo>
                    <a:pt x="4685792" y="4572"/>
                  </a:lnTo>
                  <a:close/>
                  <a:moveTo>
                    <a:pt x="4736592" y="4572"/>
                  </a:moveTo>
                  <a:lnTo>
                    <a:pt x="4761992" y="4572"/>
                  </a:lnTo>
                  <a:lnTo>
                    <a:pt x="4736592" y="4572"/>
                  </a:lnTo>
                  <a:close/>
                  <a:moveTo>
                    <a:pt x="4787392" y="4572"/>
                  </a:moveTo>
                  <a:lnTo>
                    <a:pt x="4812792" y="4572"/>
                  </a:lnTo>
                  <a:lnTo>
                    <a:pt x="4787392" y="4572"/>
                  </a:lnTo>
                  <a:close/>
                  <a:moveTo>
                    <a:pt x="4838192" y="4572"/>
                  </a:moveTo>
                  <a:lnTo>
                    <a:pt x="4863592" y="4572"/>
                  </a:lnTo>
                  <a:lnTo>
                    <a:pt x="4838192" y="4572"/>
                  </a:lnTo>
                  <a:close/>
                  <a:moveTo>
                    <a:pt x="4888992" y="4572"/>
                  </a:moveTo>
                  <a:lnTo>
                    <a:pt x="4914392" y="4572"/>
                  </a:lnTo>
                  <a:lnTo>
                    <a:pt x="4888992" y="4572"/>
                  </a:lnTo>
                  <a:close/>
                  <a:moveTo>
                    <a:pt x="4939792" y="4572"/>
                  </a:moveTo>
                  <a:lnTo>
                    <a:pt x="4965192" y="4572"/>
                  </a:lnTo>
                  <a:lnTo>
                    <a:pt x="4939792" y="4572"/>
                  </a:lnTo>
                  <a:close/>
                  <a:moveTo>
                    <a:pt x="4990592" y="4572"/>
                  </a:moveTo>
                  <a:lnTo>
                    <a:pt x="5015992" y="4572"/>
                  </a:lnTo>
                  <a:lnTo>
                    <a:pt x="4990592" y="4572"/>
                  </a:lnTo>
                  <a:close/>
                  <a:moveTo>
                    <a:pt x="5041392" y="4572"/>
                  </a:moveTo>
                  <a:lnTo>
                    <a:pt x="5066792" y="4572"/>
                  </a:lnTo>
                  <a:lnTo>
                    <a:pt x="5041392" y="4572"/>
                  </a:lnTo>
                  <a:close/>
                  <a:moveTo>
                    <a:pt x="5092192" y="4572"/>
                  </a:moveTo>
                  <a:lnTo>
                    <a:pt x="5117592" y="4572"/>
                  </a:lnTo>
                  <a:lnTo>
                    <a:pt x="5092192" y="4572"/>
                  </a:lnTo>
                  <a:close/>
                  <a:moveTo>
                    <a:pt x="5142992" y="4572"/>
                  </a:moveTo>
                  <a:lnTo>
                    <a:pt x="5168392" y="4572"/>
                  </a:lnTo>
                  <a:lnTo>
                    <a:pt x="5142992" y="4572"/>
                  </a:lnTo>
                  <a:close/>
                  <a:moveTo>
                    <a:pt x="5193792" y="4572"/>
                  </a:moveTo>
                  <a:lnTo>
                    <a:pt x="5219192" y="4572"/>
                  </a:lnTo>
                  <a:lnTo>
                    <a:pt x="5193792" y="4572"/>
                  </a:lnTo>
                  <a:close/>
                  <a:moveTo>
                    <a:pt x="5244592" y="4572"/>
                  </a:moveTo>
                  <a:lnTo>
                    <a:pt x="5269992" y="4572"/>
                  </a:lnTo>
                  <a:lnTo>
                    <a:pt x="5244592" y="4572"/>
                  </a:lnTo>
                  <a:close/>
                  <a:moveTo>
                    <a:pt x="5295392" y="4572"/>
                  </a:moveTo>
                  <a:lnTo>
                    <a:pt x="5320792" y="4572"/>
                  </a:lnTo>
                  <a:lnTo>
                    <a:pt x="5295392" y="4572"/>
                  </a:lnTo>
                  <a:close/>
                  <a:moveTo>
                    <a:pt x="5346192" y="4572"/>
                  </a:moveTo>
                  <a:lnTo>
                    <a:pt x="5371592" y="4572"/>
                  </a:lnTo>
                  <a:lnTo>
                    <a:pt x="5346192" y="4572"/>
                  </a:lnTo>
                  <a:close/>
                  <a:moveTo>
                    <a:pt x="5396992" y="4572"/>
                  </a:moveTo>
                  <a:lnTo>
                    <a:pt x="5422392" y="4572"/>
                  </a:lnTo>
                  <a:lnTo>
                    <a:pt x="5396992" y="4572"/>
                  </a:lnTo>
                  <a:close/>
                  <a:moveTo>
                    <a:pt x="5447792" y="4572"/>
                  </a:moveTo>
                  <a:lnTo>
                    <a:pt x="5473192" y="4572"/>
                  </a:lnTo>
                  <a:lnTo>
                    <a:pt x="5447792" y="4572"/>
                  </a:lnTo>
                  <a:close/>
                  <a:moveTo>
                    <a:pt x="5498592" y="4572"/>
                  </a:moveTo>
                  <a:lnTo>
                    <a:pt x="5523992" y="4572"/>
                  </a:lnTo>
                  <a:lnTo>
                    <a:pt x="5498592" y="4572"/>
                  </a:lnTo>
                  <a:close/>
                  <a:moveTo>
                    <a:pt x="5549392" y="4572"/>
                  </a:moveTo>
                  <a:lnTo>
                    <a:pt x="5574792" y="4572"/>
                  </a:lnTo>
                  <a:lnTo>
                    <a:pt x="5549392" y="4572"/>
                  </a:lnTo>
                  <a:close/>
                  <a:moveTo>
                    <a:pt x="5600192" y="4572"/>
                  </a:moveTo>
                  <a:lnTo>
                    <a:pt x="5625592" y="4572"/>
                  </a:lnTo>
                  <a:lnTo>
                    <a:pt x="5600192" y="4572"/>
                  </a:lnTo>
                  <a:close/>
                  <a:moveTo>
                    <a:pt x="5650992" y="4572"/>
                  </a:moveTo>
                  <a:lnTo>
                    <a:pt x="5676392" y="4572"/>
                  </a:lnTo>
                  <a:lnTo>
                    <a:pt x="5650992" y="4572"/>
                  </a:lnTo>
                  <a:close/>
                  <a:moveTo>
                    <a:pt x="5701792" y="4572"/>
                  </a:moveTo>
                  <a:lnTo>
                    <a:pt x="5727192" y="4572"/>
                  </a:lnTo>
                  <a:lnTo>
                    <a:pt x="5701792" y="4572"/>
                  </a:lnTo>
                  <a:close/>
                  <a:moveTo>
                    <a:pt x="5752592" y="4572"/>
                  </a:moveTo>
                  <a:lnTo>
                    <a:pt x="5777992" y="4572"/>
                  </a:lnTo>
                  <a:lnTo>
                    <a:pt x="5752592" y="4572"/>
                  </a:lnTo>
                  <a:close/>
                  <a:moveTo>
                    <a:pt x="5803392" y="4572"/>
                  </a:moveTo>
                  <a:lnTo>
                    <a:pt x="5828792" y="4572"/>
                  </a:lnTo>
                  <a:lnTo>
                    <a:pt x="5803392" y="4572"/>
                  </a:lnTo>
                  <a:close/>
                  <a:moveTo>
                    <a:pt x="5854192" y="4572"/>
                  </a:moveTo>
                  <a:lnTo>
                    <a:pt x="5879592" y="4572"/>
                  </a:lnTo>
                  <a:lnTo>
                    <a:pt x="5854192" y="4572"/>
                  </a:lnTo>
                  <a:close/>
                  <a:moveTo>
                    <a:pt x="5904992" y="4572"/>
                  </a:moveTo>
                  <a:lnTo>
                    <a:pt x="5930392" y="4572"/>
                  </a:lnTo>
                  <a:lnTo>
                    <a:pt x="5904992" y="4572"/>
                  </a:lnTo>
                  <a:close/>
                  <a:moveTo>
                    <a:pt x="5955792" y="4572"/>
                  </a:moveTo>
                  <a:lnTo>
                    <a:pt x="5981192" y="4572"/>
                  </a:lnTo>
                  <a:lnTo>
                    <a:pt x="5955792" y="4572"/>
                  </a:lnTo>
                  <a:close/>
                  <a:moveTo>
                    <a:pt x="6006592" y="4572"/>
                  </a:moveTo>
                  <a:lnTo>
                    <a:pt x="6031992" y="4572"/>
                  </a:lnTo>
                  <a:lnTo>
                    <a:pt x="6006592" y="4572"/>
                  </a:lnTo>
                  <a:close/>
                  <a:moveTo>
                    <a:pt x="6057392" y="4572"/>
                  </a:moveTo>
                  <a:lnTo>
                    <a:pt x="6082792" y="4572"/>
                  </a:lnTo>
                  <a:lnTo>
                    <a:pt x="6057392" y="4572"/>
                  </a:lnTo>
                  <a:close/>
                  <a:moveTo>
                    <a:pt x="6108192" y="4572"/>
                  </a:moveTo>
                  <a:lnTo>
                    <a:pt x="6133592" y="4572"/>
                  </a:lnTo>
                  <a:lnTo>
                    <a:pt x="6108192" y="4572"/>
                  </a:lnTo>
                  <a:close/>
                  <a:moveTo>
                    <a:pt x="6158992" y="4572"/>
                  </a:moveTo>
                  <a:lnTo>
                    <a:pt x="6184392" y="4572"/>
                  </a:lnTo>
                  <a:lnTo>
                    <a:pt x="6158992" y="4572"/>
                  </a:lnTo>
                  <a:close/>
                  <a:moveTo>
                    <a:pt x="6209792" y="4572"/>
                  </a:moveTo>
                  <a:lnTo>
                    <a:pt x="6235192" y="4572"/>
                  </a:lnTo>
                  <a:lnTo>
                    <a:pt x="6209792" y="4572"/>
                  </a:lnTo>
                  <a:close/>
                  <a:moveTo>
                    <a:pt x="6260592" y="4572"/>
                  </a:moveTo>
                  <a:lnTo>
                    <a:pt x="6285992" y="4572"/>
                  </a:lnTo>
                  <a:lnTo>
                    <a:pt x="6260592" y="4572"/>
                  </a:lnTo>
                  <a:close/>
                  <a:moveTo>
                    <a:pt x="6311392" y="4572"/>
                  </a:moveTo>
                  <a:lnTo>
                    <a:pt x="6336792" y="4572"/>
                  </a:lnTo>
                  <a:lnTo>
                    <a:pt x="6311392" y="4572"/>
                  </a:lnTo>
                  <a:close/>
                  <a:moveTo>
                    <a:pt x="6362192" y="4572"/>
                  </a:moveTo>
                  <a:lnTo>
                    <a:pt x="6387592" y="4572"/>
                  </a:lnTo>
                  <a:lnTo>
                    <a:pt x="6362192" y="4572"/>
                  </a:lnTo>
                  <a:close/>
                  <a:moveTo>
                    <a:pt x="6412992" y="4572"/>
                  </a:moveTo>
                  <a:lnTo>
                    <a:pt x="6438392" y="4572"/>
                  </a:lnTo>
                  <a:lnTo>
                    <a:pt x="6412992" y="4572"/>
                  </a:lnTo>
                  <a:close/>
                  <a:moveTo>
                    <a:pt x="6463792" y="4572"/>
                  </a:moveTo>
                  <a:lnTo>
                    <a:pt x="6489192" y="4572"/>
                  </a:lnTo>
                  <a:lnTo>
                    <a:pt x="6463792" y="4572"/>
                  </a:lnTo>
                  <a:close/>
                  <a:moveTo>
                    <a:pt x="6514592" y="4572"/>
                  </a:moveTo>
                  <a:lnTo>
                    <a:pt x="6539992" y="4572"/>
                  </a:lnTo>
                  <a:lnTo>
                    <a:pt x="6514592" y="4572"/>
                  </a:lnTo>
                  <a:close/>
                  <a:moveTo>
                    <a:pt x="6565392" y="4572"/>
                  </a:moveTo>
                  <a:lnTo>
                    <a:pt x="6590792" y="4572"/>
                  </a:lnTo>
                  <a:lnTo>
                    <a:pt x="6565392" y="4572"/>
                  </a:lnTo>
                  <a:close/>
                  <a:moveTo>
                    <a:pt x="6616192" y="4572"/>
                  </a:moveTo>
                  <a:lnTo>
                    <a:pt x="6641592" y="4572"/>
                  </a:lnTo>
                  <a:lnTo>
                    <a:pt x="6616192" y="4572"/>
                  </a:lnTo>
                  <a:close/>
                  <a:moveTo>
                    <a:pt x="6666992" y="4572"/>
                  </a:moveTo>
                  <a:lnTo>
                    <a:pt x="6692392" y="4572"/>
                  </a:lnTo>
                  <a:lnTo>
                    <a:pt x="6666992" y="4572"/>
                  </a:lnTo>
                  <a:close/>
                  <a:moveTo>
                    <a:pt x="6717792" y="4572"/>
                  </a:moveTo>
                  <a:lnTo>
                    <a:pt x="6743192" y="4572"/>
                  </a:lnTo>
                  <a:lnTo>
                    <a:pt x="6717792" y="4572"/>
                  </a:lnTo>
                  <a:close/>
                  <a:moveTo>
                    <a:pt x="6768592" y="4572"/>
                  </a:moveTo>
                  <a:lnTo>
                    <a:pt x="6793992" y="4572"/>
                  </a:lnTo>
                  <a:lnTo>
                    <a:pt x="6768592" y="4572"/>
                  </a:lnTo>
                  <a:close/>
                  <a:moveTo>
                    <a:pt x="6819392" y="4572"/>
                  </a:moveTo>
                  <a:lnTo>
                    <a:pt x="6844792" y="4572"/>
                  </a:lnTo>
                  <a:lnTo>
                    <a:pt x="6819392" y="4572"/>
                  </a:lnTo>
                  <a:close/>
                  <a:moveTo>
                    <a:pt x="6870192" y="4572"/>
                  </a:moveTo>
                  <a:lnTo>
                    <a:pt x="6895592" y="4572"/>
                  </a:lnTo>
                  <a:lnTo>
                    <a:pt x="6870192" y="4572"/>
                  </a:lnTo>
                  <a:close/>
                  <a:moveTo>
                    <a:pt x="6920992" y="4572"/>
                  </a:moveTo>
                  <a:lnTo>
                    <a:pt x="6946392" y="4572"/>
                  </a:lnTo>
                  <a:lnTo>
                    <a:pt x="6920992" y="4572"/>
                  </a:lnTo>
                  <a:close/>
                  <a:moveTo>
                    <a:pt x="6971792" y="4572"/>
                  </a:moveTo>
                  <a:lnTo>
                    <a:pt x="6997192" y="4572"/>
                  </a:lnTo>
                  <a:lnTo>
                    <a:pt x="6971792" y="4572"/>
                  </a:lnTo>
                  <a:close/>
                  <a:moveTo>
                    <a:pt x="7022592" y="4572"/>
                  </a:moveTo>
                  <a:lnTo>
                    <a:pt x="7047992" y="4572"/>
                  </a:lnTo>
                  <a:lnTo>
                    <a:pt x="7022592" y="4572"/>
                  </a:lnTo>
                  <a:close/>
                  <a:moveTo>
                    <a:pt x="7073392" y="4572"/>
                  </a:moveTo>
                  <a:lnTo>
                    <a:pt x="7098792" y="4572"/>
                  </a:lnTo>
                  <a:lnTo>
                    <a:pt x="7073392" y="4572"/>
                  </a:lnTo>
                  <a:close/>
                  <a:moveTo>
                    <a:pt x="7124192" y="4572"/>
                  </a:moveTo>
                  <a:lnTo>
                    <a:pt x="7149592" y="4572"/>
                  </a:lnTo>
                  <a:lnTo>
                    <a:pt x="7124192" y="4572"/>
                  </a:lnTo>
                  <a:close/>
                  <a:moveTo>
                    <a:pt x="7174992" y="4572"/>
                  </a:moveTo>
                  <a:lnTo>
                    <a:pt x="7200392" y="4572"/>
                  </a:lnTo>
                  <a:lnTo>
                    <a:pt x="7174992" y="4572"/>
                  </a:lnTo>
                  <a:close/>
                  <a:moveTo>
                    <a:pt x="7225792" y="4572"/>
                  </a:moveTo>
                  <a:lnTo>
                    <a:pt x="7251192" y="4572"/>
                  </a:lnTo>
                  <a:lnTo>
                    <a:pt x="7225792" y="4572"/>
                  </a:lnTo>
                  <a:close/>
                  <a:moveTo>
                    <a:pt x="7276592" y="4572"/>
                  </a:moveTo>
                  <a:lnTo>
                    <a:pt x="7301992" y="4572"/>
                  </a:lnTo>
                  <a:lnTo>
                    <a:pt x="7276592" y="4572"/>
                  </a:lnTo>
                  <a:close/>
                  <a:moveTo>
                    <a:pt x="7327392" y="4572"/>
                  </a:moveTo>
                  <a:lnTo>
                    <a:pt x="7352792" y="4572"/>
                  </a:lnTo>
                  <a:lnTo>
                    <a:pt x="7327392" y="4572"/>
                  </a:lnTo>
                  <a:close/>
                  <a:moveTo>
                    <a:pt x="7378192" y="4572"/>
                  </a:moveTo>
                  <a:lnTo>
                    <a:pt x="7403592" y="4572"/>
                  </a:lnTo>
                  <a:lnTo>
                    <a:pt x="7378192" y="4572"/>
                  </a:lnTo>
                  <a:close/>
                  <a:moveTo>
                    <a:pt x="7428992" y="4572"/>
                  </a:moveTo>
                  <a:lnTo>
                    <a:pt x="7454392" y="4572"/>
                  </a:lnTo>
                  <a:lnTo>
                    <a:pt x="7428992" y="4572"/>
                  </a:lnTo>
                  <a:close/>
                  <a:moveTo>
                    <a:pt x="7479792" y="4572"/>
                  </a:moveTo>
                  <a:lnTo>
                    <a:pt x="7505192" y="4572"/>
                  </a:lnTo>
                  <a:lnTo>
                    <a:pt x="7479792" y="4572"/>
                  </a:lnTo>
                  <a:close/>
                  <a:moveTo>
                    <a:pt x="7530592" y="4572"/>
                  </a:moveTo>
                  <a:lnTo>
                    <a:pt x="7555992" y="4572"/>
                  </a:lnTo>
                  <a:lnTo>
                    <a:pt x="7530592" y="4572"/>
                  </a:lnTo>
                  <a:close/>
                  <a:moveTo>
                    <a:pt x="7581392" y="4572"/>
                  </a:moveTo>
                  <a:lnTo>
                    <a:pt x="7606792" y="4572"/>
                  </a:lnTo>
                  <a:lnTo>
                    <a:pt x="7581392" y="4572"/>
                  </a:lnTo>
                  <a:close/>
                  <a:moveTo>
                    <a:pt x="7632192" y="4572"/>
                  </a:moveTo>
                  <a:lnTo>
                    <a:pt x="7657592" y="4572"/>
                  </a:lnTo>
                  <a:lnTo>
                    <a:pt x="7632192" y="4572"/>
                  </a:lnTo>
                  <a:close/>
                  <a:moveTo>
                    <a:pt x="7682992" y="4572"/>
                  </a:moveTo>
                  <a:lnTo>
                    <a:pt x="7708392" y="4572"/>
                  </a:lnTo>
                  <a:lnTo>
                    <a:pt x="7682992" y="4572"/>
                  </a:lnTo>
                  <a:close/>
                  <a:moveTo>
                    <a:pt x="7733792" y="4572"/>
                  </a:moveTo>
                  <a:lnTo>
                    <a:pt x="7759192" y="4572"/>
                  </a:lnTo>
                  <a:lnTo>
                    <a:pt x="7733792" y="4572"/>
                  </a:lnTo>
                  <a:close/>
                  <a:moveTo>
                    <a:pt x="7784592" y="4572"/>
                  </a:moveTo>
                  <a:lnTo>
                    <a:pt x="7809992" y="4572"/>
                  </a:lnTo>
                  <a:lnTo>
                    <a:pt x="7784592" y="4572"/>
                  </a:lnTo>
                  <a:close/>
                  <a:moveTo>
                    <a:pt x="7835392" y="4572"/>
                  </a:moveTo>
                  <a:lnTo>
                    <a:pt x="7860792" y="4572"/>
                  </a:lnTo>
                  <a:lnTo>
                    <a:pt x="7835392" y="4572"/>
                  </a:lnTo>
                  <a:close/>
                  <a:moveTo>
                    <a:pt x="7886192" y="4572"/>
                  </a:moveTo>
                  <a:lnTo>
                    <a:pt x="7911592" y="4572"/>
                  </a:lnTo>
                  <a:lnTo>
                    <a:pt x="7886192" y="4572"/>
                  </a:lnTo>
                  <a:close/>
                  <a:moveTo>
                    <a:pt x="7936992" y="4572"/>
                  </a:moveTo>
                  <a:lnTo>
                    <a:pt x="7962392" y="4572"/>
                  </a:lnTo>
                  <a:lnTo>
                    <a:pt x="7936992" y="4572"/>
                  </a:lnTo>
                  <a:close/>
                  <a:moveTo>
                    <a:pt x="7987792" y="4572"/>
                  </a:moveTo>
                  <a:lnTo>
                    <a:pt x="8013192" y="4572"/>
                  </a:lnTo>
                  <a:lnTo>
                    <a:pt x="7987792" y="4572"/>
                  </a:lnTo>
                  <a:close/>
                  <a:moveTo>
                    <a:pt x="8038592" y="4572"/>
                  </a:moveTo>
                  <a:lnTo>
                    <a:pt x="8063992" y="4572"/>
                  </a:lnTo>
                  <a:lnTo>
                    <a:pt x="8038592" y="4572"/>
                  </a:lnTo>
                  <a:close/>
                  <a:moveTo>
                    <a:pt x="8089392" y="4572"/>
                  </a:moveTo>
                  <a:lnTo>
                    <a:pt x="8114792" y="4572"/>
                  </a:lnTo>
                  <a:lnTo>
                    <a:pt x="8089392" y="4572"/>
                  </a:lnTo>
                  <a:close/>
                  <a:moveTo>
                    <a:pt x="8140192" y="4572"/>
                  </a:moveTo>
                  <a:lnTo>
                    <a:pt x="8165592" y="4572"/>
                  </a:lnTo>
                  <a:lnTo>
                    <a:pt x="8140192" y="4572"/>
                  </a:lnTo>
                  <a:close/>
                  <a:moveTo>
                    <a:pt x="8190992" y="4572"/>
                  </a:moveTo>
                  <a:lnTo>
                    <a:pt x="8216392" y="4572"/>
                  </a:lnTo>
                  <a:lnTo>
                    <a:pt x="8190992" y="4572"/>
                  </a:lnTo>
                  <a:close/>
                  <a:moveTo>
                    <a:pt x="8225917" y="25019"/>
                  </a:moveTo>
                  <a:lnTo>
                    <a:pt x="8225917" y="50419"/>
                  </a:lnTo>
                  <a:lnTo>
                    <a:pt x="8221345" y="50419"/>
                  </a:lnTo>
                  <a:lnTo>
                    <a:pt x="8221345" y="25019"/>
                  </a:lnTo>
                  <a:close/>
                  <a:moveTo>
                    <a:pt x="8221345" y="75819"/>
                  </a:moveTo>
                  <a:lnTo>
                    <a:pt x="8221345" y="101219"/>
                  </a:lnTo>
                  <a:lnTo>
                    <a:pt x="8216773" y="101219"/>
                  </a:lnTo>
                  <a:lnTo>
                    <a:pt x="8216773" y="75819"/>
                  </a:lnTo>
                  <a:close/>
                  <a:moveTo>
                    <a:pt x="8216773" y="126619"/>
                  </a:moveTo>
                  <a:lnTo>
                    <a:pt x="8216773" y="152019"/>
                  </a:lnTo>
                  <a:lnTo>
                    <a:pt x="8212201" y="152019"/>
                  </a:lnTo>
                  <a:lnTo>
                    <a:pt x="8212201" y="126619"/>
                  </a:lnTo>
                  <a:close/>
                  <a:moveTo>
                    <a:pt x="8212201" y="177419"/>
                  </a:moveTo>
                  <a:lnTo>
                    <a:pt x="8212201" y="202819"/>
                  </a:lnTo>
                  <a:lnTo>
                    <a:pt x="8207629" y="202819"/>
                  </a:lnTo>
                  <a:lnTo>
                    <a:pt x="8207629" y="177419"/>
                  </a:lnTo>
                  <a:close/>
                  <a:moveTo>
                    <a:pt x="8207629" y="228219"/>
                  </a:moveTo>
                  <a:lnTo>
                    <a:pt x="8207629" y="253619"/>
                  </a:lnTo>
                  <a:lnTo>
                    <a:pt x="8203057" y="253619"/>
                  </a:lnTo>
                  <a:lnTo>
                    <a:pt x="8203057" y="228219"/>
                  </a:lnTo>
                  <a:close/>
                  <a:moveTo>
                    <a:pt x="8203057" y="279019"/>
                  </a:moveTo>
                  <a:lnTo>
                    <a:pt x="8203057" y="304419"/>
                  </a:lnTo>
                  <a:lnTo>
                    <a:pt x="8198485" y="304419"/>
                  </a:lnTo>
                  <a:lnTo>
                    <a:pt x="8198485" y="279019"/>
                  </a:lnTo>
                  <a:close/>
                  <a:moveTo>
                    <a:pt x="8198485" y="329819"/>
                  </a:moveTo>
                  <a:lnTo>
                    <a:pt x="8198485" y="355219"/>
                  </a:lnTo>
                  <a:lnTo>
                    <a:pt x="8193913" y="355219"/>
                  </a:lnTo>
                  <a:lnTo>
                    <a:pt x="8193913" y="329819"/>
                  </a:lnTo>
                  <a:close/>
                  <a:moveTo>
                    <a:pt x="8193913" y="380619"/>
                  </a:moveTo>
                  <a:lnTo>
                    <a:pt x="8193913" y="406019"/>
                  </a:lnTo>
                  <a:lnTo>
                    <a:pt x="8189341" y="406019"/>
                  </a:lnTo>
                  <a:lnTo>
                    <a:pt x="8189341" y="380619"/>
                  </a:lnTo>
                  <a:close/>
                  <a:moveTo>
                    <a:pt x="8189341" y="431419"/>
                  </a:moveTo>
                  <a:lnTo>
                    <a:pt x="8189341" y="456819"/>
                  </a:lnTo>
                  <a:lnTo>
                    <a:pt x="8184769" y="456819"/>
                  </a:lnTo>
                  <a:lnTo>
                    <a:pt x="8184769" y="431419"/>
                  </a:lnTo>
                  <a:close/>
                  <a:moveTo>
                    <a:pt x="8184769" y="482219"/>
                  </a:moveTo>
                  <a:lnTo>
                    <a:pt x="8184769" y="507619"/>
                  </a:lnTo>
                  <a:lnTo>
                    <a:pt x="8180197" y="507619"/>
                  </a:lnTo>
                  <a:lnTo>
                    <a:pt x="8180197" y="482219"/>
                  </a:lnTo>
                  <a:close/>
                  <a:moveTo>
                    <a:pt x="8180197" y="533019"/>
                  </a:moveTo>
                  <a:lnTo>
                    <a:pt x="8180197" y="558419"/>
                  </a:lnTo>
                  <a:lnTo>
                    <a:pt x="8175625" y="558419"/>
                  </a:lnTo>
                  <a:lnTo>
                    <a:pt x="8175625" y="533019"/>
                  </a:lnTo>
                  <a:close/>
                  <a:moveTo>
                    <a:pt x="8175625" y="583819"/>
                  </a:moveTo>
                  <a:lnTo>
                    <a:pt x="8175625" y="609219"/>
                  </a:lnTo>
                  <a:lnTo>
                    <a:pt x="8171053" y="609219"/>
                  </a:lnTo>
                  <a:lnTo>
                    <a:pt x="8171053" y="583819"/>
                  </a:lnTo>
                  <a:close/>
                  <a:moveTo>
                    <a:pt x="8171053" y="634619"/>
                  </a:moveTo>
                  <a:lnTo>
                    <a:pt x="8171053" y="660019"/>
                  </a:lnTo>
                  <a:lnTo>
                    <a:pt x="8166481" y="660019"/>
                  </a:lnTo>
                  <a:lnTo>
                    <a:pt x="8166481" y="634619"/>
                  </a:lnTo>
                  <a:close/>
                  <a:moveTo>
                    <a:pt x="8166481" y="685419"/>
                  </a:moveTo>
                  <a:lnTo>
                    <a:pt x="8166481" y="710819"/>
                  </a:lnTo>
                  <a:lnTo>
                    <a:pt x="8161909" y="710819"/>
                  </a:lnTo>
                  <a:lnTo>
                    <a:pt x="8161909" y="685419"/>
                  </a:lnTo>
                  <a:close/>
                  <a:moveTo>
                    <a:pt x="8161909" y="736219"/>
                  </a:moveTo>
                  <a:lnTo>
                    <a:pt x="8161909" y="761619"/>
                  </a:lnTo>
                  <a:lnTo>
                    <a:pt x="8157337" y="761619"/>
                  </a:lnTo>
                  <a:lnTo>
                    <a:pt x="8157337" y="736219"/>
                  </a:lnTo>
                  <a:close/>
                  <a:moveTo>
                    <a:pt x="8157337" y="787019"/>
                  </a:moveTo>
                  <a:lnTo>
                    <a:pt x="8157337" y="812419"/>
                  </a:lnTo>
                  <a:lnTo>
                    <a:pt x="8152765" y="812419"/>
                  </a:lnTo>
                  <a:lnTo>
                    <a:pt x="8152765" y="787019"/>
                  </a:lnTo>
                  <a:close/>
                  <a:moveTo>
                    <a:pt x="8152765" y="837819"/>
                  </a:moveTo>
                  <a:lnTo>
                    <a:pt x="8152765" y="863219"/>
                  </a:lnTo>
                  <a:lnTo>
                    <a:pt x="8148193" y="863219"/>
                  </a:lnTo>
                  <a:lnTo>
                    <a:pt x="8148193" y="837819"/>
                  </a:lnTo>
                  <a:close/>
                  <a:moveTo>
                    <a:pt x="8148193" y="888619"/>
                  </a:moveTo>
                  <a:lnTo>
                    <a:pt x="8148193" y="914019"/>
                  </a:lnTo>
                  <a:lnTo>
                    <a:pt x="8143621" y="914019"/>
                  </a:lnTo>
                  <a:lnTo>
                    <a:pt x="8143621" y="888619"/>
                  </a:lnTo>
                  <a:close/>
                  <a:moveTo>
                    <a:pt x="8143621" y="939419"/>
                  </a:moveTo>
                  <a:lnTo>
                    <a:pt x="8143621" y="964819"/>
                  </a:lnTo>
                  <a:lnTo>
                    <a:pt x="8139049" y="964819"/>
                  </a:lnTo>
                  <a:lnTo>
                    <a:pt x="8139049" y="939419"/>
                  </a:lnTo>
                  <a:close/>
                  <a:moveTo>
                    <a:pt x="8139049" y="990219"/>
                  </a:moveTo>
                  <a:lnTo>
                    <a:pt x="8139049" y="1015619"/>
                  </a:lnTo>
                  <a:lnTo>
                    <a:pt x="8134477" y="1015619"/>
                  </a:lnTo>
                  <a:lnTo>
                    <a:pt x="8134477" y="990219"/>
                  </a:lnTo>
                  <a:close/>
                  <a:moveTo>
                    <a:pt x="8134477" y="1041019"/>
                  </a:moveTo>
                  <a:lnTo>
                    <a:pt x="8134477" y="1066419"/>
                  </a:lnTo>
                  <a:lnTo>
                    <a:pt x="8129905" y="1066419"/>
                  </a:lnTo>
                  <a:lnTo>
                    <a:pt x="8129905" y="1041019"/>
                  </a:lnTo>
                  <a:close/>
                  <a:moveTo>
                    <a:pt x="8129905" y="1091819"/>
                  </a:moveTo>
                  <a:lnTo>
                    <a:pt x="8129905" y="1117219"/>
                  </a:lnTo>
                  <a:lnTo>
                    <a:pt x="8125333" y="1117219"/>
                  </a:lnTo>
                  <a:lnTo>
                    <a:pt x="8125333" y="1091819"/>
                  </a:lnTo>
                  <a:close/>
                  <a:moveTo>
                    <a:pt x="8125333" y="1142619"/>
                  </a:moveTo>
                  <a:lnTo>
                    <a:pt x="8125333" y="1168019"/>
                  </a:lnTo>
                  <a:lnTo>
                    <a:pt x="8120761" y="1168019"/>
                  </a:lnTo>
                  <a:lnTo>
                    <a:pt x="8120761" y="1142619"/>
                  </a:lnTo>
                  <a:close/>
                  <a:moveTo>
                    <a:pt x="8120761" y="1193419"/>
                  </a:moveTo>
                  <a:lnTo>
                    <a:pt x="8120761" y="1218819"/>
                  </a:lnTo>
                  <a:lnTo>
                    <a:pt x="8116189" y="1218819"/>
                  </a:lnTo>
                  <a:lnTo>
                    <a:pt x="8116189" y="1193419"/>
                  </a:lnTo>
                  <a:close/>
                  <a:moveTo>
                    <a:pt x="8116189" y="1244219"/>
                  </a:moveTo>
                  <a:lnTo>
                    <a:pt x="8116189" y="1269619"/>
                  </a:lnTo>
                  <a:lnTo>
                    <a:pt x="8111617" y="1269619"/>
                  </a:lnTo>
                  <a:lnTo>
                    <a:pt x="8111617" y="1244219"/>
                  </a:lnTo>
                  <a:close/>
                  <a:moveTo>
                    <a:pt x="8111617" y="1295019"/>
                  </a:moveTo>
                  <a:lnTo>
                    <a:pt x="8111617" y="1320419"/>
                  </a:lnTo>
                  <a:lnTo>
                    <a:pt x="8107045" y="1320419"/>
                  </a:lnTo>
                  <a:lnTo>
                    <a:pt x="8107045" y="1295019"/>
                  </a:lnTo>
                  <a:close/>
                  <a:moveTo>
                    <a:pt x="8107045" y="1345819"/>
                  </a:moveTo>
                  <a:lnTo>
                    <a:pt x="8107045" y="1348232"/>
                  </a:lnTo>
                  <a:cubicBezTo>
                    <a:pt x="8107045" y="1349502"/>
                    <a:pt x="8106029" y="1350518"/>
                    <a:pt x="8104759" y="1350518"/>
                  </a:cubicBezTo>
                  <a:lnTo>
                    <a:pt x="8081772" y="1350518"/>
                  </a:lnTo>
                  <a:lnTo>
                    <a:pt x="8081772" y="1345946"/>
                  </a:lnTo>
                  <a:lnTo>
                    <a:pt x="8104759" y="1345946"/>
                  </a:lnTo>
                  <a:lnTo>
                    <a:pt x="8104759" y="1348232"/>
                  </a:lnTo>
                  <a:lnTo>
                    <a:pt x="8102473" y="1348232"/>
                  </a:lnTo>
                  <a:lnTo>
                    <a:pt x="8102473" y="1345819"/>
                  </a:lnTo>
                  <a:close/>
                  <a:moveTo>
                    <a:pt x="8051800" y="1350518"/>
                  </a:moveTo>
                  <a:lnTo>
                    <a:pt x="8026400" y="1350518"/>
                  </a:lnTo>
                  <a:lnTo>
                    <a:pt x="8026400" y="1345946"/>
                  </a:lnTo>
                  <a:lnTo>
                    <a:pt x="8051800" y="1345946"/>
                  </a:lnTo>
                  <a:close/>
                  <a:moveTo>
                    <a:pt x="8001000" y="1345946"/>
                  </a:moveTo>
                  <a:lnTo>
                    <a:pt x="7975600" y="1345946"/>
                  </a:lnTo>
                  <a:lnTo>
                    <a:pt x="7975600" y="1341374"/>
                  </a:lnTo>
                  <a:lnTo>
                    <a:pt x="8001000" y="1341374"/>
                  </a:lnTo>
                  <a:close/>
                  <a:moveTo>
                    <a:pt x="7950200" y="1341374"/>
                  </a:moveTo>
                  <a:lnTo>
                    <a:pt x="7924800" y="1341374"/>
                  </a:lnTo>
                  <a:lnTo>
                    <a:pt x="7924800" y="1336802"/>
                  </a:lnTo>
                  <a:lnTo>
                    <a:pt x="7950200" y="1336802"/>
                  </a:lnTo>
                  <a:close/>
                  <a:moveTo>
                    <a:pt x="7899400" y="1336802"/>
                  </a:moveTo>
                  <a:lnTo>
                    <a:pt x="7874000" y="1336802"/>
                  </a:lnTo>
                  <a:lnTo>
                    <a:pt x="7874000" y="1332230"/>
                  </a:lnTo>
                  <a:lnTo>
                    <a:pt x="7899400" y="1332230"/>
                  </a:lnTo>
                  <a:close/>
                  <a:moveTo>
                    <a:pt x="7848600" y="1332230"/>
                  </a:moveTo>
                  <a:lnTo>
                    <a:pt x="7823200" y="1332230"/>
                  </a:lnTo>
                  <a:lnTo>
                    <a:pt x="7823200" y="1327658"/>
                  </a:lnTo>
                  <a:lnTo>
                    <a:pt x="7848600" y="1327658"/>
                  </a:lnTo>
                  <a:close/>
                  <a:moveTo>
                    <a:pt x="7797800" y="1327658"/>
                  </a:moveTo>
                  <a:lnTo>
                    <a:pt x="7772400" y="1327658"/>
                  </a:lnTo>
                  <a:lnTo>
                    <a:pt x="7772400" y="1323086"/>
                  </a:lnTo>
                  <a:lnTo>
                    <a:pt x="7797800" y="1323086"/>
                  </a:lnTo>
                  <a:close/>
                  <a:moveTo>
                    <a:pt x="7747000" y="1323086"/>
                  </a:moveTo>
                  <a:lnTo>
                    <a:pt x="7721600" y="1323086"/>
                  </a:lnTo>
                  <a:lnTo>
                    <a:pt x="7721600" y="1318514"/>
                  </a:lnTo>
                  <a:lnTo>
                    <a:pt x="7747000" y="1318514"/>
                  </a:lnTo>
                  <a:close/>
                  <a:moveTo>
                    <a:pt x="7696200" y="1318514"/>
                  </a:moveTo>
                  <a:lnTo>
                    <a:pt x="7670800" y="1318514"/>
                  </a:lnTo>
                  <a:lnTo>
                    <a:pt x="7670800" y="1313942"/>
                  </a:lnTo>
                  <a:lnTo>
                    <a:pt x="7696200" y="1313942"/>
                  </a:lnTo>
                  <a:close/>
                  <a:moveTo>
                    <a:pt x="7645400" y="1313942"/>
                  </a:moveTo>
                  <a:lnTo>
                    <a:pt x="7620000" y="1313942"/>
                  </a:lnTo>
                  <a:lnTo>
                    <a:pt x="7620000" y="1309370"/>
                  </a:lnTo>
                  <a:lnTo>
                    <a:pt x="7645400" y="1309370"/>
                  </a:lnTo>
                  <a:close/>
                  <a:moveTo>
                    <a:pt x="7594600" y="1309370"/>
                  </a:moveTo>
                  <a:lnTo>
                    <a:pt x="7569200" y="1309370"/>
                  </a:lnTo>
                  <a:lnTo>
                    <a:pt x="7569200" y="1304798"/>
                  </a:lnTo>
                  <a:lnTo>
                    <a:pt x="7594600" y="1304798"/>
                  </a:lnTo>
                  <a:close/>
                  <a:moveTo>
                    <a:pt x="7543800" y="1304798"/>
                  </a:moveTo>
                  <a:lnTo>
                    <a:pt x="7518400" y="1304798"/>
                  </a:lnTo>
                  <a:lnTo>
                    <a:pt x="7518400" y="1300226"/>
                  </a:lnTo>
                  <a:lnTo>
                    <a:pt x="7543800" y="1300226"/>
                  </a:lnTo>
                  <a:close/>
                  <a:moveTo>
                    <a:pt x="7493000" y="1300226"/>
                  </a:moveTo>
                  <a:lnTo>
                    <a:pt x="7467600" y="1300226"/>
                  </a:lnTo>
                  <a:lnTo>
                    <a:pt x="7467600" y="1295654"/>
                  </a:lnTo>
                  <a:lnTo>
                    <a:pt x="7493000" y="1295654"/>
                  </a:lnTo>
                  <a:close/>
                  <a:moveTo>
                    <a:pt x="7442200" y="1295654"/>
                  </a:moveTo>
                  <a:lnTo>
                    <a:pt x="7416800" y="1295654"/>
                  </a:lnTo>
                  <a:lnTo>
                    <a:pt x="7416800" y="1291082"/>
                  </a:lnTo>
                  <a:lnTo>
                    <a:pt x="7442200" y="1291082"/>
                  </a:lnTo>
                  <a:close/>
                  <a:moveTo>
                    <a:pt x="7391400" y="1291082"/>
                  </a:moveTo>
                  <a:lnTo>
                    <a:pt x="7366000" y="1291082"/>
                  </a:lnTo>
                  <a:lnTo>
                    <a:pt x="7366000" y="1286510"/>
                  </a:lnTo>
                  <a:lnTo>
                    <a:pt x="7391400" y="1286510"/>
                  </a:lnTo>
                  <a:close/>
                  <a:moveTo>
                    <a:pt x="7340600" y="1286510"/>
                  </a:moveTo>
                  <a:lnTo>
                    <a:pt x="7315200" y="1286510"/>
                  </a:lnTo>
                  <a:lnTo>
                    <a:pt x="7315200" y="1281938"/>
                  </a:lnTo>
                  <a:lnTo>
                    <a:pt x="7340600" y="1281938"/>
                  </a:lnTo>
                  <a:close/>
                  <a:moveTo>
                    <a:pt x="7289800" y="1281938"/>
                  </a:moveTo>
                  <a:lnTo>
                    <a:pt x="7264400" y="1281938"/>
                  </a:lnTo>
                  <a:lnTo>
                    <a:pt x="7264400" y="1277366"/>
                  </a:lnTo>
                  <a:lnTo>
                    <a:pt x="7289800" y="1277366"/>
                  </a:lnTo>
                  <a:close/>
                  <a:moveTo>
                    <a:pt x="7239000" y="1277366"/>
                  </a:moveTo>
                  <a:lnTo>
                    <a:pt x="7213600" y="1277366"/>
                  </a:lnTo>
                  <a:lnTo>
                    <a:pt x="7213600" y="1272794"/>
                  </a:lnTo>
                  <a:lnTo>
                    <a:pt x="7239000" y="1272794"/>
                  </a:lnTo>
                  <a:close/>
                  <a:moveTo>
                    <a:pt x="7188200" y="1272794"/>
                  </a:moveTo>
                  <a:lnTo>
                    <a:pt x="7162800" y="1272794"/>
                  </a:lnTo>
                  <a:lnTo>
                    <a:pt x="7162800" y="1268222"/>
                  </a:lnTo>
                  <a:lnTo>
                    <a:pt x="7188200" y="1268222"/>
                  </a:lnTo>
                  <a:close/>
                  <a:moveTo>
                    <a:pt x="7137400" y="1268222"/>
                  </a:moveTo>
                  <a:lnTo>
                    <a:pt x="7112000" y="1268222"/>
                  </a:lnTo>
                  <a:lnTo>
                    <a:pt x="7112000" y="1263650"/>
                  </a:lnTo>
                  <a:lnTo>
                    <a:pt x="7137400" y="1263650"/>
                  </a:lnTo>
                  <a:close/>
                  <a:moveTo>
                    <a:pt x="7086600" y="1263650"/>
                  </a:moveTo>
                  <a:lnTo>
                    <a:pt x="7061200" y="1263650"/>
                  </a:lnTo>
                  <a:lnTo>
                    <a:pt x="7061200" y="1259078"/>
                  </a:lnTo>
                  <a:lnTo>
                    <a:pt x="7086600" y="1259078"/>
                  </a:lnTo>
                  <a:close/>
                  <a:moveTo>
                    <a:pt x="7035800" y="1259078"/>
                  </a:moveTo>
                  <a:lnTo>
                    <a:pt x="7010400" y="1259078"/>
                  </a:lnTo>
                  <a:lnTo>
                    <a:pt x="7010400" y="1254506"/>
                  </a:lnTo>
                  <a:lnTo>
                    <a:pt x="7035800" y="1254506"/>
                  </a:lnTo>
                  <a:close/>
                  <a:moveTo>
                    <a:pt x="6985000" y="1254506"/>
                  </a:moveTo>
                  <a:lnTo>
                    <a:pt x="6959600" y="1254506"/>
                  </a:lnTo>
                  <a:lnTo>
                    <a:pt x="6959600" y="1249934"/>
                  </a:lnTo>
                  <a:lnTo>
                    <a:pt x="6985000" y="1249934"/>
                  </a:lnTo>
                  <a:close/>
                  <a:moveTo>
                    <a:pt x="6934200" y="1249934"/>
                  </a:moveTo>
                  <a:lnTo>
                    <a:pt x="6908800" y="1249934"/>
                  </a:lnTo>
                  <a:lnTo>
                    <a:pt x="6908800" y="1245362"/>
                  </a:lnTo>
                  <a:lnTo>
                    <a:pt x="6934200" y="1245362"/>
                  </a:lnTo>
                  <a:close/>
                  <a:moveTo>
                    <a:pt x="6883400" y="1245362"/>
                  </a:moveTo>
                  <a:lnTo>
                    <a:pt x="6858000" y="1245362"/>
                  </a:lnTo>
                  <a:lnTo>
                    <a:pt x="6858000" y="1240790"/>
                  </a:lnTo>
                  <a:lnTo>
                    <a:pt x="6883400" y="1240790"/>
                  </a:lnTo>
                  <a:close/>
                  <a:moveTo>
                    <a:pt x="6832600" y="1240790"/>
                  </a:moveTo>
                  <a:lnTo>
                    <a:pt x="6807200" y="1240790"/>
                  </a:lnTo>
                  <a:lnTo>
                    <a:pt x="6807200" y="1236218"/>
                  </a:lnTo>
                  <a:lnTo>
                    <a:pt x="6832600" y="1236218"/>
                  </a:lnTo>
                  <a:close/>
                  <a:moveTo>
                    <a:pt x="6781800" y="1236218"/>
                  </a:moveTo>
                  <a:lnTo>
                    <a:pt x="6756400" y="1236218"/>
                  </a:lnTo>
                  <a:lnTo>
                    <a:pt x="6756400" y="1231646"/>
                  </a:lnTo>
                  <a:lnTo>
                    <a:pt x="6781800" y="1231646"/>
                  </a:lnTo>
                  <a:close/>
                  <a:moveTo>
                    <a:pt x="6731000" y="1231646"/>
                  </a:moveTo>
                  <a:lnTo>
                    <a:pt x="6705600" y="1231646"/>
                  </a:lnTo>
                  <a:lnTo>
                    <a:pt x="6705600" y="1227074"/>
                  </a:lnTo>
                  <a:lnTo>
                    <a:pt x="6731000" y="1227074"/>
                  </a:lnTo>
                  <a:close/>
                  <a:moveTo>
                    <a:pt x="6680200" y="1227074"/>
                  </a:moveTo>
                  <a:lnTo>
                    <a:pt x="6654800" y="1227074"/>
                  </a:lnTo>
                  <a:lnTo>
                    <a:pt x="6654800" y="1222502"/>
                  </a:lnTo>
                  <a:lnTo>
                    <a:pt x="6680200" y="1222502"/>
                  </a:lnTo>
                  <a:close/>
                  <a:moveTo>
                    <a:pt x="6629400" y="1222502"/>
                  </a:moveTo>
                  <a:lnTo>
                    <a:pt x="6604000" y="1222502"/>
                  </a:lnTo>
                  <a:lnTo>
                    <a:pt x="6604000" y="1217930"/>
                  </a:lnTo>
                  <a:lnTo>
                    <a:pt x="6629400" y="1217930"/>
                  </a:lnTo>
                  <a:close/>
                  <a:moveTo>
                    <a:pt x="6578600" y="1217930"/>
                  </a:moveTo>
                  <a:lnTo>
                    <a:pt x="6553200" y="1217930"/>
                  </a:lnTo>
                  <a:lnTo>
                    <a:pt x="6553200" y="1213358"/>
                  </a:lnTo>
                  <a:lnTo>
                    <a:pt x="6578600" y="1213358"/>
                  </a:lnTo>
                  <a:close/>
                  <a:moveTo>
                    <a:pt x="6527800" y="1213358"/>
                  </a:moveTo>
                  <a:lnTo>
                    <a:pt x="6502400" y="1213358"/>
                  </a:lnTo>
                  <a:lnTo>
                    <a:pt x="6502400" y="1208786"/>
                  </a:lnTo>
                  <a:lnTo>
                    <a:pt x="6527800" y="1208786"/>
                  </a:lnTo>
                  <a:close/>
                  <a:moveTo>
                    <a:pt x="6477000" y="1208786"/>
                  </a:moveTo>
                  <a:lnTo>
                    <a:pt x="6451600" y="1208786"/>
                  </a:lnTo>
                  <a:lnTo>
                    <a:pt x="6451600" y="1204214"/>
                  </a:lnTo>
                  <a:lnTo>
                    <a:pt x="6477000" y="1204214"/>
                  </a:lnTo>
                  <a:close/>
                  <a:moveTo>
                    <a:pt x="6426200" y="1204214"/>
                  </a:moveTo>
                  <a:lnTo>
                    <a:pt x="6400800" y="1204214"/>
                  </a:lnTo>
                  <a:lnTo>
                    <a:pt x="6400800" y="1199642"/>
                  </a:lnTo>
                  <a:lnTo>
                    <a:pt x="6426200" y="1199642"/>
                  </a:lnTo>
                  <a:close/>
                  <a:moveTo>
                    <a:pt x="6375400" y="1199642"/>
                  </a:moveTo>
                  <a:lnTo>
                    <a:pt x="6350000" y="1199642"/>
                  </a:lnTo>
                  <a:lnTo>
                    <a:pt x="6350000" y="1195070"/>
                  </a:lnTo>
                  <a:lnTo>
                    <a:pt x="6375400" y="1195070"/>
                  </a:lnTo>
                  <a:close/>
                  <a:moveTo>
                    <a:pt x="6324600" y="1195070"/>
                  </a:moveTo>
                  <a:lnTo>
                    <a:pt x="6299200" y="1195070"/>
                  </a:lnTo>
                  <a:lnTo>
                    <a:pt x="6299200" y="1190498"/>
                  </a:lnTo>
                  <a:lnTo>
                    <a:pt x="6324600" y="1190498"/>
                  </a:lnTo>
                  <a:close/>
                  <a:moveTo>
                    <a:pt x="6273800" y="1190498"/>
                  </a:moveTo>
                  <a:lnTo>
                    <a:pt x="6248400" y="1190498"/>
                  </a:lnTo>
                  <a:lnTo>
                    <a:pt x="6248400" y="1185926"/>
                  </a:lnTo>
                  <a:lnTo>
                    <a:pt x="6273800" y="1185926"/>
                  </a:lnTo>
                  <a:close/>
                  <a:moveTo>
                    <a:pt x="6223000" y="1185926"/>
                  </a:moveTo>
                  <a:lnTo>
                    <a:pt x="6197600" y="1185926"/>
                  </a:lnTo>
                  <a:lnTo>
                    <a:pt x="6197600" y="1181354"/>
                  </a:lnTo>
                  <a:lnTo>
                    <a:pt x="6223000" y="1181354"/>
                  </a:lnTo>
                  <a:close/>
                  <a:moveTo>
                    <a:pt x="6172200" y="1181354"/>
                  </a:moveTo>
                  <a:lnTo>
                    <a:pt x="6146800" y="1181354"/>
                  </a:lnTo>
                  <a:lnTo>
                    <a:pt x="6146800" y="1176782"/>
                  </a:lnTo>
                  <a:lnTo>
                    <a:pt x="6172200" y="1176782"/>
                  </a:lnTo>
                  <a:close/>
                  <a:moveTo>
                    <a:pt x="6121400" y="1176782"/>
                  </a:moveTo>
                  <a:lnTo>
                    <a:pt x="6096000" y="1176782"/>
                  </a:lnTo>
                  <a:lnTo>
                    <a:pt x="6096000" y="1172210"/>
                  </a:lnTo>
                  <a:lnTo>
                    <a:pt x="6121400" y="1172210"/>
                  </a:lnTo>
                  <a:close/>
                  <a:moveTo>
                    <a:pt x="6070600" y="1172210"/>
                  </a:moveTo>
                  <a:lnTo>
                    <a:pt x="6045200" y="1172210"/>
                  </a:lnTo>
                  <a:lnTo>
                    <a:pt x="6045200" y="1167638"/>
                  </a:lnTo>
                  <a:lnTo>
                    <a:pt x="6070600" y="1167638"/>
                  </a:lnTo>
                  <a:close/>
                  <a:moveTo>
                    <a:pt x="6019800" y="1167638"/>
                  </a:moveTo>
                  <a:lnTo>
                    <a:pt x="5994400" y="1167638"/>
                  </a:lnTo>
                  <a:lnTo>
                    <a:pt x="5994400" y="1163066"/>
                  </a:lnTo>
                  <a:lnTo>
                    <a:pt x="6019800" y="1163066"/>
                  </a:lnTo>
                  <a:close/>
                  <a:moveTo>
                    <a:pt x="5969000" y="1163066"/>
                  </a:moveTo>
                  <a:lnTo>
                    <a:pt x="5943600" y="1163066"/>
                  </a:lnTo>
                  <a:lnTo>
                    <a:pt x="5943600" y="1158494"/>
                  </a:lnTo>
                  <a:lnTo>
                    <a:pt x="5969000" y="1158494"/>
                  </a:lnTo>
                  <a:close/>
                  <a:moveTo>
                    <a:pt x="5918200" y="1158494"/>
                  </a:moveTo>
                  <a:lnTo>
                    <a:pt x="5892800" y="1158494"/>
                  </a:lnTo>
                  <a:lnTo>
                    <a:pt x="5892800" y="1153922"/>
                  </a:lnTo>
                  <a:lnTo>
                    <a:pt x="5918200" y="1153922"/>
                  </a:lnTo>
                  <a:close/>
                  <a:moveTo>
                    <a:pt x="5867400" y="1153922"/>
                  </a:moveTo>
                  <a:lnTo>
                    <a:pt x="5842000" y="1153922"/>
                  </a:lnTo>
                  <a:lnTo>
                    <a:pt x="5842000" y="1149350"/>
                  </a:lnTo>
                  <a:lnTo>
                    <a:pt x="5867400" y="1149350"/>
                  </a:lnTo>
                  <a:close/>
                  <a:moveTo>
                    <a:pt x="5816600" y="1149350"/>
                  </a:moveTo>
                  <a:lnTo>
                    <a:pt x="5791200" y="1149350"/>
                  </a:lnTo>
                  <a:lnTo>
                    <a:pt x="5791200" y="1144778"/>
                  </a:lnTo>
                  <a:lnTo>
                    <a:pt x="5816600" y="1144778"/>
                  </a:lnTo>
                  <a:close/>
                  <a:moveTo>
                    <a:pt x="5765800" y="1144778"/>
                  </a:moveTo>
                  <a:lnTo>
                    <a:pt x="5740400" y="1144778"/>
                  </a:lnTo>
                  <a:lnTo>
                    <a:pt x="5740400" y="1140206"/>
                  </a:lnTo>
                  <a:lnTo>
                    <a:pt x="5765800" y="1140206"/>
                  </a:lnTo>
                  <a:close/>
                  <a:moveTo>
                    <a:pt x="5715000" y="1140206"/>
                  </a:moveTo>
                  <a:lnTo>
                    <a:pt x="5689600" y="1140206"/>
                  </a:lnTo>
                  <a:lnTo>
                    <a:pt x="5689600" y="1135634"/>
                  </a:lnTo>
                  <a:lnTo>
                    <a:pt x="5715000" y="1135634"/>
                  </a:lnTo>
                  <a:close/>
                  <a:moveTo>
                    <a:pt x="5664200" y="1135634"/>
                  </a:moveTo>
                  <a:lnTo>
                    <a:pt x="5638800" y="1135634"/>
                  </a:lnTo>
                  <a:lnTo>
                    <a:pt x="5638800" y="1131062"/>
                  </a:lnTo>
                  <a:lnTo>
                    <a:pt x="5664200" y="1131062"/>
                  </a:lnTo>
                  <a:close/>
                  <a:moveTo>
                    <a:pt x="5613400" y="1131062"/>
                  </a:moveTo>
                  <a:lnTo>
                    <a:pt x="5588000" y="1131062"/>
                  </a:lnTo>
                  <a:lnTo>
                    <a:pt x="5588000" y="1126490"/>
                  </a:lnTo>
                  <a:lnTo>
                    <a:pt x="5613400" y="1126490"/>
                  </a:lnTo>
                  <a:close/>
                  <a:moveTo>
                    <a:pt x="5562600" y="1126490"/>
                  </a:moveTo>
                  <a:lnTo>
                    <a:pt x="5537200" y="1126490"/>
                  </a:lnTo>
                  <a:lnTo>
                    <a:pt x="5537200" y="1121918"/>
                  </a:lnTo>
                  <a:lnTo>
                    <a:pt x="5562600" y="1121918"/>
                  </a:lnTo>
                  <a:close/>
                  <a:moveTo>
                    <a:pt x="5511800" y="1121918"/>
                  </a:moveTo>
                  <a:lnTo>
                    <a:pt x="5486400" y="1121918"/>
                  </a:lnTo>
                  <a:lnTo>
                    <a:pt x="5486400" y="1117346"/>
                  </a:lnTo>
                  <a:lnTo>
                    <a:pt x="5511800" y="1117346"/>
                  </a:lnTo>
                  <a:close/>
                  <a:moveTo>
                    <a:pt x="5461000" y="1117346"/>
                  </a:moveTo>
                  <a:lnTo>
                    <a:pt x="5435600" y="1117346"/>
                  </a:lnTo>
                  <a:lnTo>
                    <a:pt x="5435600" y="1112774"/>
                  </a:lnTo>
                  <a:lnTo>
                    <a:pt x="5461000" y="1112774"/>
                  </a:lnTo>
                  <a:close/>
                  <a:moveTo>
                    <a:pt x="5410200" y="1112774"/>
                  </a:moveTo>
                  <a:lnTo>
                    <a:pt x="5384800" y="1112774"/>
                  </a:lnTo>
                  <a:lnTo>
                    <a:pt x="5384800" y="1108202"/>
                  </a:lnTo>
                  <a:lnTo>
                    <a:pt x="5410200" y="1108202"/>
                  </a:lnTo>
                  <a:close/>
                  <a:moveTo>
                    <a:pt x="5359400" y="1108202"/>
                  </a:moveTo>
                  <a:lnTo>
                    <a:pt x="5334000" y="1108202"/>
                  </a:lnTo>
                  <a:lnTo>
                    <a:pt x="5334000" y="1103630"/>
                  </a:lnTo>
                  <a:lnTo>
                    <a:pt x="5359400" y="1103630"/>
                  </a:lnTo>
                  <a:close/>
                  <a:moveTo>
                    <a:pt x="5308600" y="1103630"/>
                  </a:moveTo>
                  <a:lnTo>
                    <a:pt x="5283200" y="1103630"/>
                  </a:lnTo>
                  <a:lnTo>
                    <a:pt x="5283200" y="1099058"/>
                  </a:lnTo>
                  <a:lnTo>
                    <a:pt x="5308600" y="1099058"/>
                  </a:lnTo>
                  <a:close/>
                  <a:moveTo>
                    <a:pt x="5257800" y="1099058"/>
                  </a:moveTo>
                  <a:lnTo>
                    <a:pt x="5232400" y="1099058"/>
                  </a:lnTo>
                  <a:lnTo>
                    <a:pt x="5232400" y="1094486"/>
                  </a:lnTo>
                  <a:lnTo>
                    <a:pt x="5257800" y="1094486"/>
                  </a:lnTo>
                  <a:close/>
                  <a:moveTo>
                    <a:pt x="5207000" y="1094486"/>
                  </a:moveTo>
                  <a:lnTo>
                    <a:pt x="5181600" y="1094486"/>
                  </a:lnTo>
                  <a:lnTo>
                    <a:pt x="5181600" y="1089914"/>
                  </a:lnTo>
                  <a:lnTo>
                    <a:pt x="5207000" y="1089914"/>
                  </a:lnTo>
                  <a:close/>
                  <a:moveTo>
                    <a:pt x="5156200" y="1089914"/>
                  </a:moveTo>
                  <a:lnTo>
                    <a:pt x="5130800" y="1089914"/>
                  </a:lnTo>
                  <a:lnTo>
                    <a:pt x="5130800" y="1085342"/>
                  </a:lnTo>
                  <a:lnTo>
                    <a:pt x="5156200" y="1085342"/>
                  </a:lnTo>
                  <a:close/>
                  <a:moveTo>
                    <a:pt x="5105400" y="1085342"/>
                  </a:moveTo>
                  <a:lnTo>
                    <a:pt x="5080000" y="1085342"/>
                  </a:lnTo>
                  <a:lnTo>
                    <a:pt x="5080000" y="1080770"/>
                  </a:lnTo>
                  <a:lnTo>
                    <a:pt x="5105400" y="1080770"/>
                  </a:lnTo>
                  <a:close/>
                  <a:moveTo>
                    <a:pt x="5054600" y="1080770"/>
                  </a:moveTo>
                  <a:lnTo>
                    <a:pt x="5029200" y="1080770"/>
                  </a:lnTo>
                  <a:lnTo>
                    <a:pt x="5029200" y="1076198"/>
                  </a:lnTo>
                  <a:lnTo>
                    <a:pt x="5054600" y="1076198"/>
                  </a:lnTo>
                  <a:close/>
                  <a:moveTo>
                    <a:pt x="5003800" y="1076198"/>
                  </a:moveTo>
                  <a:lnTo>
                    <a:pt x="4978400" y="1076198"/>
                  </a:lnTo>
                  <a:lnTo>
                    <a:pt x="4978400" y="1071626"/>
                  </a:lnTo>
                  <a:lnTo>
                    <a:pt x="5003800" y="1071626"/>
                  </a:lnTo>
                  <a:close/>
                  <a:moveTo>
                    <a:pt x="4953000" y="1071626"/>
                  </a:moveTo>
                  <a:lnTo>
                    <a:pt x="4927600" y="1071626"/>
                  </a:lnTo>
                  <a:lnTo>
                    <a:pt x="4927600" y="1067054"/>
                  </a:lnTo>
                  <a:lnTo>
                    <a:pt x="4953000" y="1067054"/>
                  </a:lnTo>
                  <a:close/>
                  <a:moveTo>
                    <a:pt x="4902200" y="1067054"/>
                  </a:moveTo>
                  <a:lnTo>
                    <a:pt x="4876800" y="1067054"/>
                  </a:lnTo>
                  <a:lnTo>
                    <a:pt x="4876800" y="1062482"/>
                  </a:lnTo>
                  <a:lnTo>
                    <a:pt x="4902200" y="1062482"/>
                  </a:lnTo>
                  <a:close/>
                  <a:moveTo>
                    <a:pt x="4851400" y="1062482"/>
                  </a:moveTo>
                  <a:lnTo>
                    <a:pt x="4826000" y="1062482"/>
                  </a:lnTo>
                  <a:lnTo>
                    <a:pt x="4826000" y="1057910"/>
                  </a:lnTo>
                  <a:lnTo>
                    <a:pt x="4851400" y="1057910"/>
                  </a:lnTo>
                  <a:close/>
                  <a:moveTo>
                    <a:pt x="4800600" y="1057910"/>
                  </a:moveTo>
                  <a:lnTo>
                    <a:pt x="4775200" y="1057910"/>
                  </a:lnTo>
                  <a:lnTo>
                    <a:pt x="4775200" y="1053338"/>
                  </a:lnTo>
                  <a:lnTo>
                    <a:pt x="4800600" y="1053338"/>
                  </a:lnTo>
                  <a:close/>
                  <a:moveTo>
                    <a:pt x="4749800" y="1053338"/>
                  </a:moveTo>
                  <a:lnTo>
                    <a:pt x="4724400" y="1053338"/>
                  </a:lnTo>
                  <a:lnTo>
                    <a:pt x="4724400" y="1048766"/>
                  </a:lnTo>
                  <a:lnTo>
                    <a:pt x="4749800" y="1048766"/>
                  </a:lnTo>
                  <a:close/>
                  <a:moveTo>
                    <a:pt x="4699000" y="1048766"/>
                  </a:moveTo>
                  <a:lnTo>
                    <a:pt x="4673600" y="1048766"/>
                  </a:lnTo>
                  <a:lnTo>
                    <a:pt x="4673600" y="1044194"/>
                  </a:lnTo>
                  <a:lnTo>
                    <a:pt x="4699000" y="1044194"/>
                  </a:lnTo>
                  <a:close/>
                  <a:moveTo>
                    <a:pt x="4648200" y="1044194"/>
                  </a:moveTo>
                  <a:lnTo>
                    <a:pt x="4622800" y="1044194"/>
                  </a:lnTo>
                  <a:lnTo>
                    <a:pt x="4622800" y="1039622"/>
                  </a:lnTo>
                  <a:lnTo>
                    <a:pt x="4648200" y="1039622"/>
                  </a:lnTo>
                  <a:close/>
                  <a:moveTo>
                    <a:pt x="4597400" y="1039622"/>
                  </a:moveTo>
                  <a:lnTo>
                    <a:pt x="4572000" y="1039622"/>
                  </a:lnTo>
                  <a:lnTo>
                    <a:pt x="4572000" y="1035050"/>
                  </a:lnTo>
                  <a:lnTo>
                    <a:pt x="4597400" y="1035050"/>
                  </a:lnTo>
                  <a:close/>
                  <a:moveTo>
                    <a:pt x="4546600" y="1035050"/>
                  </a:moveTo>
                  <a:lnTo>
                    <a:pt x="4521200" y="1035050"/>
                  </a:lnTo>
                  <a:lnTo>
                    <a:pt x="4521200" y="1030478"/>
                  </a:lnTo>
                  <a:lnTo>
                    <a:pt x="4546600" y="1030478"/>
                  </a:lnTo>
                  <a:close/>
                  <a:moveTo>
                    <a:pt x="4495800" y="1030478"/>
                  </a:moveTo>
                  <a:lnTo>
                    <a:pt x="4470400" y="1030478"/>
                  </a:lnTo>
                  <a:lnTo>
                    <a:pt x="4470400" y="1025906"/>
                  </a:lnTo>
                  <a:lnTo>
                    <a:pt x="4495800" y="1025906"/>
                  </a:lnTo>
                  <a:close/>
                  <a:moveTo>
                    <a:pt x="4445000" y="1025906"/>
                  </a:moveTo>
                  <a:lnTo>
                    <a:pt x="4419600" y="1025906"/>
                  </a:lnTo>
                  <a:lnTo>
                    <a:pt x="4419600" y="1021334"/>
                  </a:lnTo>
                  <a:lnTo>
                    <a:pt x="4445000" y="1021334"/>
                  </a:lnTo>
                  <a:close/>
                  <a:moveTo>
                    <a:pt x="4394200" y="1021334"/>
                  </a:moveTo>
                  <a:lnTo>
                    <a:pt x="4368800" y="1021334"/>
                  </a:lnTo>
                  <a:lnTo>
                    <a:pt x="4368800" y="1016762"/>
                  </a:lnTo>
                  <a:lnTo>
                    <a:pt x="4394200" y="1016762"/>
                  </a:lnTo>
                  <a:close/>
                  <a:moveTo>
                    <a:pt x="4343400" y="1016762"/>
                  </a:moveTo>
                  <a:lnTo>
                    <a:pt x="4318000" y="1016762"/>
                  </a:lnTo>
                  <a:lnTo>
                    <a:pt x="4318000" y="1012190"/>
                  </a:lnTo>
                  <a:lnTo>
                    <a:pt x="4343400" y="1012190"/>
                  </a:lnTo>
                  <a:close/>
                  <a:moveTo>
                    <a:pt x="4292600" y="1012190"/>
                  </a:moveTo>
                  <a:lnTo>
                    <a:pt x="4267200" y="1012190"/>
                  </a:lnTo>
                  <a:lnTo>
                    <a:pt x="4267200" y="1007618"/>
                  </a:lnTo>
                  <a:lnTo>
                    <a:pt x="4292600" y="1007618"/>
                  </a:lnTo>
                  <a:close/>
                  <a:moveTo>
                    <a:pt x="4241800" y="1007618"/>
                  </a:moveTo>
                  <a:lnTo>
                    <a:pt x="4216400" y="1007618"/>
                  </a:lnTo>
                  <a:lnTo>
                    <a:pt x="4216400" y="1003046"/>
                  </a:lnTo>
                  <a:lnTo>
                    <a:pt x="4241800" y="1003046"/>
                  </a:lnTo>
                  <a:close/>
                  <a:moveTo>
                    <a:pt x="4191000" y="1003046"/>
                  </a:moveTo>
                  <a:lnTo>
                    <a:pt x="4165600" y="1003046"/>
                  </a:lnTo>
                  <a:lnTo>
                    <a:pt x="4165600" y="998474"/>
                  </a:lnTo>
                  <a:lnTo>
                    <a:pt x="4191000" y="998474"/>
                  </a:lnTo>
                  <a:close/>
                  <a:moveTo>
                    <a:pt x="4140200" y="998474"/>
                  </a:moveTo>
                  <a:lnTo>
                    <a:pt x="4114800" y="998474"/>
                  </a:lnTo>
                  <a:lnTo>
                    <a:pt x="4114800" y="993902"/>
                  </a:lnTo>
                  <a:lnTo>
                    <a:pt x="4140200" y="993902"/>
                  </a:lnTo>
                  <a:close/>
                  <a:moveTo>
                    <a:pt x="4089400" y="993902"/>
                  </a:moveTo>
                  <a:lnTo>
                    <a:pt x="4064000" y="993902"/>
                  </a:lnTo>
                  <a:lnTo>
                    <a:pt x="4064000" y="989330"/>
                  </a:lnTo>
                  <a:lnTo>
                    <a:pt x="4089400" y="989330"/>
                  </a:lnTo>
                  <a:close/>
                  <a:moveTo>
                    <a:pt x="4038600" y="989330"/>
                  </a:moveTo>
                  <a:lnTo>
                    <a:pt x="4013200" y="989330"/>
                  </a:lnTo>
                  <a:lnTo>
                    <a:pt x="4013200" y="984758"/>
                  </a:lnTo>
                  <a:lnTo>
                    <a:pt x="4038600" y="984758"/>
                  </a:lnTo>
                  <a:close/>
                  <a:moveTo>
                    <a:pt x="3987800" y="984758"/>
                  </a:moveTo>
                  <a:lnTo>
                    <a:pt x="3962400" y="984758"/>
                  </a:lnTo>
                  <a:lnTo>
                    <a:pt x="3962400" y="980186"/>
                  </a:lnTo>
                  <a:lnTo>
                    <a:pt x="3987800" y="980186"/>
                  </a:lnTo>
                  <a:close/>
                  <a:moveTo>
                    <a:pt x="3937000" y="980186"/>
                  </a:moveTo>
                  <a:lnTo>
                    <a:pt x="3911600" y="980186"/>
                  </a:lnTo>
                  <a:lnTo>
                    <a:pt x="3911600" y="975614"/>
                  </a:lnTo>
                  <a:lnTo>
                    <a:pt x="3937000" y="975614"/>
                  </a:lnTo>
                  <a:close/>
                  <a:moveTo>
                    <a:pt x="3886200" y="975614"/>
                  </a:moveTo>
                  <a:lnTo>
                    <a:pt x="3860800" y="975614"/>
                  </a:lnTo>
                  <a:lnTo>
                    <a:pt x="3860800" y="971042"/>
                  </a:lnTo>
                  <a:lnTo>
                    <a:pt x="3886200" y="971042"/>
                  </a:lnTo>
                  <a:close/>
                  <a:moveTo>
                    <a:pt x="3835400" y="971042"/>
                  </a:moveTo>
                  <a:lnTo>
                    <a:pt x="3810000" y="971042"/>
                  </a:lnTo>
                  <a:lnTo>
                    <a:pt x="3810000" y="966470"/>
                  </a:lnTo>
                  <a:lnTo>
                    <a:pt x="3835400" y="966470"/>
                  </a:lnTo>
                  <a:close/>
                  <a:moveTo>
                    <a:pt x="3784600" y="966470"/>
                  </a:moveTo>
                  <a:lnTo>
                    <a:pt x="3759200" y="966470"/>
                  </a:lnTo>
                  <a:lnTo>
                    <a:pt x="3759200" y="961898"/>
                  </a:lnTo>
                  <a:lnTo>
                    <a:pt x="3784600" y="961898"/>
                  </a:lnTo>
                  <a:close/>
                  <a:moveTo>
                    <a:pt x="3733800" y="961898"/>
                  </a:moveTo>
                  <a:lnTo>
                    <a:pt x="3708400" y="961898"/>
                  </a:lnTo>
                  <a:lnTo>
                    <a:pt x="3708400" y="957326"/>
                  </a:lnTo>
                  <a:lnTo>
                    <a:pt x="3733800" y="957326"/>
                  </a:lnTo>
                  <a:close/>
                  <a:moveTo>
                    <a:pt x="3683000" y="957326"/>
                  </a:moveTo>
                  <a:lnTo>
                    <a:pt x="3657600" y="957326"/>
                  </a:lnTo>
                  <a:lnTo>
                    <a:pt x="3657600" y="952754"/>
                  </a:lnTo>
                  <a:lnTo>
                    <a:pt x="3683000" y="952754"/>
                  </a:lnTo>
                  <a:close/>
                  <a:moveTo>
                    <a:pt x="3632200" y="952754"/>
                  </a:moveTo>
                  <a:lnTo>
                    <a:pt x="3606800" y="952754"/>
                  </a:lnTo>
                  <a:lnTo>
                    <a:pt x="3606800" y="948182"/>
                  </a:lnTo>
                  <a:lnTo>
                    <a:pt x="3632200" y="948182"/>
                  </a:lnTo>
                  <a:close/>
                  <a:moveTo>
                    <a:pt x="3581400" y="948182"/>
                  </a:moveTo>
                  <a:lnTo>
                    <a:pt x="3556000" y="948182"/>
                  </a:lnTo>
                  <a:lnTo>
                    <a:pt x="3556000" y="943610"/>
                  </a:lnTo>
                  <a:lnTo>
                    <a:pt x="3581400" y="943610"/>
                  </a:lnTo>
                  <a:close/>
                  <a:moveTo>
                    <a:pt x="3530600" y="943610"/>
                  </a:moveTo>
                  <a:lnTo>
                    <a:pt x="3505200" y="943610"/>
                  </a:lnTo>
                  <a:lnTo>
                    <a:pt x="3505200" y="939038"/>
                  </a:lnTo>
                  <a:lnTo>
                    <a:pt x="3530600" y="939038"/>
                  </a:lnTo>
                  <a:close/>
                  <a:moveTo>
                    <a:pt x="3479800" y="939038"/>
                  </a:moveTo>
                  <a:lnTo>
                    <a:pt x="3454400" y="939038"/>
                  </a:lnTo>
                  <a:lnTo>
                    <a:pt x="3454400" y="934466"/>
                  </a:lnTo>
                  <a:lnTo>
                    <a:pt x="3479800" y="934466"/>
                  </a:lnTo>
                  <a:close/>
                  <a:moveTo>
                    <a:pt x="3429000" y="934466"/>
                  </a:moveTo>
                  <a:lnTo>
                    <a:pt x="3403600" y="934466"/>
                  </a:lnTo>
                  <a:lnTo>
                    <a:pt x="3403600" y="929894"/>
                  </a:lnTo>
                  <a:lnTo>
                    <a:pt x="3429000" y="929894"/>
                  </a:lnTo>
                  <a:close/>
                  <a:moveTo>
                    <a:pt x="3378200" y="929894"/>
                  </a:moveTo>
                  <a:lnTo>
                    <a:pt x="3352800" y="929894"/>
                  </a:lnTo>
                  <a:lnTo>
                    <a:pt x="3352800" y="925322"/>
                  </a:lnTo>
                  <a:lnTo>
                    <a:pt x="3378200" y="925322"/>
                  </a:lnTo>
                  <a:close/>
                  <a:moveTo>
                    <a:pt x="3327400" y="925322"/>
                  </a:moveTo>
                  <a:lnTo>
                    <a:pt x="3302000" y="925322"/>
                  </a:lnTo>
                  <a:lnTo>
                    <a:pt x="3302000" y="920750"/>
                  </a:lnTo>
                  <a:lnTo>
                    <a:pt x="3327400" y="920750"/>
                  </a:lnTo>
                  <a:close/>
                  <a:moveTo>
                    <a:pt x="3276600" y="920750"/>
                  </a:moveTo>
                  <a:lnTo>
                    <a:pt x="3251200" y="920750"/>
                  </a:lnTo>
                  <a:lnTo>
                    <a:pt x="3251200" y="916178"/>
                  </a:lnTo>
                  <a:lnTo>
                    <a:pt x="3276600" y="916178"/>
                  </a:lnTo>
                  <a:close/>
                  <a:moveTo>
                    <a:pt x="3225800" y="916178"/>
                  </a:moveTo>
                  <a:lnTo>
                    <a:pt x="3200400" y="916178"/>
                  </a:lnTo>
                  <a:lnTo>
                    <a:pt x="3200400" y="911606"/>
                  </a:lnTo>
                  <a:lnTo>
                    <a:pt x="3225800" y="911606"/>
                  </a:lnTo>
                  <a:close/>
                  <a:moveTo>
                    <a:pt x="3175000" y="911606"/>
                  </a:moveTo>
                  <a:lnTo>
                    <a:pt x="3149600" y="911606"/>
                  </a:lnTo>
                  <a:lnTo>
                    <a:pt x="3149600" y="907034"/>
                  </a:lnTo>
                  <a:lnTo>
                    <a:pt x="3175000" y="907034"/>
                  </a:lnTo>
                  <a:close/>
                  <a:moveTo>
                    <a:pt x="3124200" y="907034"/>
                  </a:moveTo>
                  <a:lnTo>
                    <a:pt x="3098800" y="907034"/>
                  </a:lnTo>
                  <a:lnTo>
                    <a:pt x="3098800" y="902462"/>
                  </a:lnTo>
                  <a:lnTo>
                    <a:pt x="3124200" y="902462"/>
                  </a:lnTo>
                  <a:close/>
                  <a:moveTo>
                    <a:pt x="3073400" y="902462"/>
                  </a:moveTo>
                  <a:lnTo>
                    <a:pt x="3048000" y="902462"/>
                  </a:lnTo>
                  <a:lnTo>
                    <a:pt x="3048000" y="897890"/>
                  </a:lnTo>
                  <a:lnTo>
                    <a:pt x="3073400" y="897890"/>
                  </a:lnTo>
                  <a:close/>
                  <a:moveTo>
                    <a:pt x="3022600" y="897890"/>
                  </a:moveTo>
                  <a:lnTo>
                    <a:pt x="2997200" y="897890"/>
                  </a:lnTo>
                  <a:lnTo>
                    <a:pt x="2997200" y="893318"/>
                  </a:lnTo>
                  <a:lnTo>
                    <a:pt x="3022600" y="893318"/>
                  </a:lnTo>
                  <a:close/>
                  <a:moveTo>
                    <a:pt x="2971800" y="893318"/>
                  </a:moveTo>
                  <a:lnTo>
                    <a:pt x="2946400" y="893318"/>
                  </a:lnTo>
                  <a:lnTo>
                    <a:pt x="2946400" y="888746"/>
                  </a:lnTo>
                  <a:lnTo>
                    <a:pt x="2971800" y="888746"/>
                  </a:lnTo>
                  <a:close/>
                  <a:moveTo>
                    <a:pt x="2921000" y="888746"/>
                  </a:moveTo>
                  <a:lnTo>
                    <a:pt x="2895600" y="888746"/>
                  </a:lnTo>
                  <a:lnTo>
                    <a:pt x="2895600" y="884174"/>
                  </a:lnTo>
                  <a:lnTo>
                    <a:pt x="2921000" y="884174"/>
                  </a:lnTo>
                  <a:close/>
                  <a:moveTo>
                    <a:pt x="2870200" y="884174"/>
                  </a:moveTo>
                  <a:lnTo>
                    <a:pt x="2844800" y="884174"/>
                  </a:lnTo>
                  <a:lnTo>
                    <a:pt x="2844800" y="879602"/>
                  </a:lnTo>
                  <a:lnTo>
                    <a:pt x="2870200" y="879602"/>
                  </a:lnTo>
                  <a:close/>
                  <a:moveTo>
                    <a:pt x="2819400" y="879602"/>
                  </a:moveTo>
                  <a:lnTo>
                    <a:pt x="2794000" y="879602"/>
                  </a:lnTo>
                  <a:lnTo>
                    <a:pt x="2794000" y="875030"/>
                  </a:lnTo>
                  <a:lnTo>
                    <a:pt x="2819400" y="875030"/>
                  </a:lnTo>
                  <a:close/>
                  <a:moveTo>
                    <a:pt x="2768600" y="875030"/>
                  </a:moveTo>
                  <a:lnTo>
                    <a:pt x="2743200" y="875030"/>
                  </a:lnTo>
                  <a:lnTo>
                    <a:pt x="2743200" y="870458"/>
                  </a:lnTo>
                  <a:lnTo>
                    <a:pt x="2768600" y="870458"/>
                  </a:lnTo>
                  <a:close/>
                  <a:moveTo>
                    <a:pt x="2717800" y="870458"/>
                  </a:moveTo>
                  <a:lnTo>
                    <a:pt x="2692400" y="870458"/>
                  </a:lnTo>
                  <a:lnTo>
                    <a:pt x="2692400" y="865886"/>
                  </a:lnTo>
                  <a:lnTo>
                    <a:pt x="2717800" y="865886"/>
                  </a:lnTo>
                  <a:close/>
                  <a:moveTo>
                    <a:pt x="2667000" y="865886"/>
                  </a:moveTo>
                  <a:lnTo>
                    <a:pt x="2641600" y="865886"/>
                  </a:lnTo>
                  <a:lnTo>
                    <a:pt x="2641600" y="861314"/>
                  </a:lnTo>
                  <a:lnTo>
                    <a:pt x="2667000" y="861314"/>
                  </a:lnTo>
                  <a:close/>
                  <a:moveTo>
                    <a:pt x="2616200" y="861314"/>
                  </a:moveTo>
                  <a:lnTo>
                    <a:pt x="2590800" y="861314"/>
                  </a:lnTo>
                  <a:lnTo>
                    <a:pt x="2590800" y="856742"/>
                  </a:lnTo>
                  <a:lnTo>
                    <a:pt x="2616200" y="856742"/>
                  </a:lnTo>
                  <a:close/>
                  <a:moveTo>
                    <a:pt x="2565400" y="856742"/>
                  </a:moveTo>
                  <a:lnTo>
                    <a:pt x="2540000" y="856742"/>
                  </a:lnTo>
                  <a:lnTo>
                    <a:pt x="2540000" y="852170"/>
                  </a:lnTo>
                  <a:lnTo>
                    <a:pt x="2565400" y="852170"/>
                  </a:lnTo>
                  <a:close/>
                  <a:moveTo>
                    <a:pt x="2514600" y="852170"/>
                  </a:moveTo>
                  <a:lnTo>
                    <a:pt x="2489200" y="852170"/>
                  </a:lnTo>
                  <a:lnTo>
                    <a:pt x="2489200" y="847598"/>
                  </a:lnTo>
                  <a:lnTo>
                    <a:pt x="2514600" y="847598"/>
                  </a:lnTo>
                  <a:close/>
                  <a:moveTo>
                    <a:pt x="2463800" y="847598"/>
                  </a:moveTo>
                  <a:lnTo>
                    <a:pt x="2438400" y="847598"/>
                  </a:lnTo>
                  <a:lnTo>
                    <a:pt x="2438400" y="843026"/>
                  </a:lnTo>
                  <a:lnTo>
                    <a:pt x="2463800" y="843026"/>
                  </a:lnTo>
                  <a:close/>
                  <a:moveTo>
                    <a:pt x="2413000" y="843026"/>
                  </a:moveTo>
                  <a:lnTo>
                    <a:pt x="2387600" y="843026"/>
                  </a:lnTo>
                  <a:lnTo>
                    <a:pt x="2387600" y="838454"/>
                  </a:lnTo>
                  <a:lnTo>
                    <a:pt x="2413000" y="838454"/>
                  </a:lnTo>
                  <a:close/>
                  <a:moveTo>
                    <a:pt x="2362200" y="838454"/>
                  </a:moveTo>
                  <a:lnTo>
                    <a:pt x="2336800" y="838454"/>
                  </a:lnTo>
                  <a:lnTo>
                    <a:pt x="2336800" y="833882"/>
                  </a:lnTo>
                  <a:lnTo>
                    <a:pt x="2362200" y="833882"/>
                  </a:lnTo>
                  <a:close/>
                  <a:moveTo>
                    <a:pt x="2311400" y="833882"/>
                  </a:moveTo>
                  <a:lnTo>
                    <a:pt x="2286000" y="833882"/>
                  </a:lnTo>
                  <a:lnTo>
                    <a:pt x="2286000" y="829310"/>
                  </a:lnTo>
                  <a:lnTo>
                    <a:pt x="2311400" y="829310"/>
                  </a:lnTo>
                  <a:close/>
                  <a:moveTo>
                    <a:pt x="2260600" y="829310"/>
                  </a:moveTo>
                  <a:lnTo>
                    <a:pt x="2235200" y="829310"/>
                  </a:lnTo>
                  <a:lnTo>
                    <a:pt x="2235200" y="824738"/>
                  </a:lnTo>
                  <a:lnTo>
                    <a:pt x="2260600" y="824738"/>
                  </a:lnTo>
                  <a:close/>
                  <a:moveTo>
                    <a:pt x="2209800" y="824738"/>
                  </a:moveTo>
                  <a:lnTo>
                    <a:pt x="2184400" y="824738"/>
                  </a:lnTo>
                  <a:lnTo>
                    <a:pt x="2184400" y="820166"/>
                  </a:lnTo>
                  <a:lnTo>
                    <a:pt x="2209800" y="820166"/>
                  </a:lnTo>
                  <a:close/>
                  <a:moveTo>
                    <a:pt x="2159000" y="820166"/>
                  </a:moveTo>
                  <a:lnTo>
                    <a:pt x="2133600" y="820166"/>
                  </a:lnTo>
                  <a:lnTo>
                    <a:pt x="2133600" y="815594"/>
                  </a:lnTo>
                  <a:lnTo>
                    <a:pt x="2159000" y="815594"/>
                  </a:lnTo>
                  <a:close/>
                  <a:moveTo>
                    <a:pt x="2108200" y="815594"/>
                  </a:moveTo>
                  <a:lnTo>
                    <a:pt x="2082800" y="815594"/>
                  </a:lnTo>
                  <a:lnTo>
                    <a:pt x="2082800" y="811022"/>
                  </a:lnTo>
                  <a:lnTo>
                    <a:pt x="2108200" y="811022"/>
                  </a:lnTo>
                  <a:close/>
                  <a:moveTo>
                    <a:pt x="2057400" y="811022"/>
                  </a:moveTo>
                  <a:lnTo>
                    <a:pt x="2032000" y="811022"/>
                  </a:lnTo>
                  <a:lnTo>
                    <a:pt x="2032000" y="806450"/>
                  </a:lnTo>
                  <a:lnTo>
                    <a:pt x="2057400" y="806450"/>
                  </a:lnTo>
                  <a:close/>
                  <a:moveTo>
                    <a:pt x="2006600" y="806450"/>
                  </a:moveTo>
                  <a:lnTo>
                    <a:pt x="1981200" y="806450"/>
                  </a:lnTo>
                  <a:lnTo>
                    <a:pt x="1981200" y="801878"/>
                  </a:lnTo>
                  <a:lnTo>
                    <a:pt x="2006600" y="801878"/>
                  </a:lnTo>
                  <a:close/>
                  <a:moveTo>
                    <a:pt x="1955800" y="801878"/>
                  </a:moveTo>
                  <a:lnTo>
                    <a:pt x="1930400" y="801878"/>
                  </a:lnTo>
                  <a:lnTo>
                    <a:pt x="1930400" y="797306"/>
                  </a:lnTo>
                  <a:lnTo>
                    <a:pt x="1955800" y="797306"/>
                  </a:lnTo>
                  <a:close/>
                  <a:moveTo>
                    <a:pt x="1905000" y="797306"/>
                  </a:moveTo>
                  <a:lnTo>
                    <a:pt x="1879600" y="797306"/>
                  </a:lnTo>
                  <a:lnTo>
                    <a:pt x="1879600" y="792734"/>
                  </a:lnTo>
                  <a:lnTo>
                    <a:pt x="1905000" y="792734"/>
                  </a:lnTo>
                  <a:close/>
                  <a:moveTo>
                    <a:pt x="1854200" y="792734"/>
                  </a:moveTo>
                  <a:lnTo>
                    <a:pt x="1828800" y="792734"/>
                  </a:lnTo>
                  <a:lnTo>
                    <a:pt x="1828800" y="788162"/>
                  </a:lnTo>
                  <a:lnTo>
                    <a:pt x="1854200" y="788162"/>
                  </a:lnTo>
                  <a:close/>
                  <a:moveTo>
                    <a:pt x="1803400" y="788162"/>
                  </a:moveTo>
                  <a:lnTo>
                    <a:pt x="1778000" y="788162"/>
                  </a:lnTo>
                  <a:lnTo>
                    <a:pt x="1778000" y="783590"/>
                  </a:lnTo>
                  <a:lnTo>
                    <a:pt x="1803400" y="783590"/>
                  </a:lnTo>
                  <a:close/>
                  <a:moveTo>
                    <a:pt x="1752600" y="783590"/>
                  </a:moveTo>
                  <a:lnTo>
                    <a:pt x="1727200" y="783590"/>
                  </a:lnTo>
                  <a:lnTo>
                    <a:pt x="1727200" y="779018"/>
                  </a:lnTo>
                  <a:lnTo>
                    <a:pt x="1752600" y="779018"/>
                  </a:lnTo>
                  <a:close/>
                  <a:moveTo>
                    <a:pt x="1701800" y="779018"/>
                  </a:moveTo>
                  <a:lnTo>
                    <a:pt x="1676400" y="779018"/>
                  </a:lnTo>
                  <a:lnTo>
                    <a:pt x="1676400" y="774446"/>
                  </a:lnTo>
                  <a:lnTo>
                    <a:pt x="1701800" y="774446"/>
                  </a:lnTo>
                  <a:close/>
                  <a:moveTo>
                    <a:pt x="1651000" y="774446"/>
                  </a:moveTo>
                  <a:lnTo>
                    <a:pt x="1625600" y="774446"/>
                  </a:lnTo>
                  <a:lnTo>
                    <a:pt x="1625600" y="769874"/>
                  </a:lnTo>
                  <a:lnTo>
                    <a:pt x="1651000" y="769874"/>
                  </a:lnTo>
                  <a:close/>
                  <a:moveTo>
                    <a:pt x="1600200" y="769874"/>
                  </a:moveTo>
                  <a:lnTo>
                    <a:pt x="1574800" y="769874"/>
                  </a:lnTo>
                  <a:lnTo>
                    <a:pt x="1574800" y="765302"/>
                  </a:lnTo>
                  <a:lnTo>
                    <a:pt x="1600200" y="765302"/>
                  </a:lnTo>
                  <a:close/>
                  <a:moveTo>
                    <a:pt x="1549400" y="765302"/>
                  </a:moveTo>
                  <a:lnTo>
                    <a:pt x="1524000" y="765302"/>
                  </a:lnTo>
                  <a:lnTo>
                    <a:pt x="1524000" y="760730"/>
                  </a:lnTo>
                  <a:lnTo>
                    <a:pt x="1549400" y="760730"/>
                  </a:lnTo>
                  <a:close/>
                  <a:moveTo>
                    <a:pt x="1498600" y="760730"/>
                  </a:moveTo>
                  <a:lnTo>
                    <a:pt x="1473200" y="760730"/>
                  </a:lnTo>
                  <a:lnTo>
                    <a:pt x="1473200" y="756158"/>
                  </a:lnTo>
                  <a:lnTo>
                    <a:pt x="1498600" y="756158"/>
                  </a:lnTo>
                  <a:close/>
                  <a:moveTo>
                    <a:pt x="1447800" y="756158"/>
                  </a:moveTo>
                  <a:lnTo>
                    <a:pt x="1422400" y="756158"/>
                  </a:lnTo>
                  <a:lnTo>
                    <a:pt x="1422400" y="751586"/>
                  </a:lnTo>
                  <a:lnTo>
                    <a:pt x="1447800" y="751586"/>
                  </a:lnTo>
                  <a:close/>
                  <a:moveTo>
                    <a:pt x="1397000" y="751586"/>
                  </a:moveTo>
                  <a:lnTo>
                    <a:pt x="1371600" y="751586"/>
                  </a:lnTo>
                  <a:lnTo>
                    <a:pt x="1371600" y="747014"/>
                  </a:lnTo>
                  <a:lnTo>
                    <a:pt x="1397000" y="747014"/>
                  </a:lnTo>
                  <a:close/>
                  <a:moveTo>
                    <a:pt x="1346200" y="747014"/>
                  </a:moveTo>
                  <a:lnTo>
                    <a:pt x="1320800" y="747014"/>
                  </a:lnTo>
                  <a:lnTo>
                    <a:pt x="1320800" y="742442"/>
                  </a:lnTo>
                  <a:lnTo>
                    <a:pt x="1346200" y="742442"/>
                  </a:lnTo>
                  <a:close/>
                  <a:moveTo>
                    <a:pt x="1295400" y="742442"/>
                  </a:moveTo>
                  <a:lnTo>
                    <a:pt x="1270000" y="742442"/>
                  </a:lnTo>
                  <a:lnTo>
                    <a:pt x="1270000" y="737870"/>
                  </a:lnTo>
                  <a:lnTo>
                    <a:pt x="1295400" y="737870"/>
                  </a:lnTo>
                  <a:close/>
                  <a:moveTo>
                    <a:pt x="1244600" y="737870"/>
                  </a:moveTo>
                  <a:lnTo>
                    <a:pt x="1219200" y="737870"/>
                  </a:lnTo>
                  <a:lnTo>
                    <a:pt x="1219200" y="733298"/>
                  </a:lnTo>
                  <a:lnTo>
                    <a:pt x="1244600" y="733298"/>
                  </a:lnTo>
                  <a:close/>
                  <a:moveTo>
                    <a:pt x="1193800" y="733298"/>
                  </a:moveTo>
                  <a:lnTo>
                    <a:pt x="1168400" y="733298"/>
                  </a:lnTo>
                  <a:lnTo>
                    <a:pt x="1168400" y="728726"/>
                  </a:lnTo>
                  <a:lnTo>
                    <a:pt x="1193800" y="728726"/>
                  </a:lnTo>
                  <a:close/>
                  <a:moveTo>
                    <a:pt x="1143000" y="728726"/>
                  </a:moveTo>
                  <a:lnTo>
                    <a:pt x="1117600" y="728726"/>
                  </a:lnTo>
                  <a:lnTo>
                    <a:pt x="1117600" y="724154"/>
                  </a:lnTo>
                  <a:lnTo>
                    <a:pt x="1143000" y="724154"/>
                  </a:lnTo>
                  <a:close/>
                  <a:moveTo>
                    <a:pt x="1092200" y="724154"/>
                  </a:moveTo>
                  <a:lnTo>
                    <a:pt x="1066800" y="724154"/>
                  </a:lnTo>
                  <a:lnTo>
                    <a:pt x="1066800" y="719582"/>
                  </a:lnTo>
                  <a:lnTo>
                    <a:pt x="1092200" y="719582"/>
                  </a:lnTo>
                  <a:close/>
                  <a:moveTo>
                    <a:pt x="1041400" y="719582"/>
                  </a:moveTo>
                  <a:lnTo>
                    <a:pt x="1016000" y="719582"/>
                  </a:lnTo>
                  <a:lnTo>
                    <a:pt x="1016000" y="715010"/>
                  </a:lnTo>
                  <a:lnTo>
                    <a:pt x="1041400" y="715010"/>
                  </a:lnTo>
                  <a:close/>
                  <a:moveTo>
                    <a:pt x="990600" y="715010"/>
                  </a:moveTo>
                  <a:lnTo>
                    <a:pt x="965200" y="715010"/>
                  </a:lnTo>
                  <a:lnTo>
                    <a:pt x="965200" y="710438"/>
                  </a:lnTo>
                  <a:lnTo>
                    <a:pt x="990600" y="710438"/>
                  </a:lnTo>
                  <a:close/>
                  <a:moveTo>
                    <a:pt x="939800" y="710438"/>
                  </a:moveTo>
                  <a:lnTo>
                    <a:pt x="914400" y="710438"/>
                  </a:lnTo>
                  <a:lnTo>
                    <a:pt x="914400" y="705866"/>
                  </a:lnTo>
                  <a:lnTo>
                    <a:pt x="939800" y="705866"/>
                  </a:lnTo>
                  <a:close/>
                  <a:moveTo>
                    <a:pt x="889000" y="705866"/>
                  </a:moveTo>
                  <a:lnTo>
                    <a:pt x="863600" y="705866"/>
                  </a:lnTo>
                  <a:lnTo>
                    <a:pt x="863600" y="701294"/>
                  </a:lnTo>
                  <a:lnTo>
                    <a:pt x="889000" y="701294"/>
                  </a:lnTo>
                  <a:close/>
                  <a:moveTo>
                    <a:pt x="838200" y="701294"/>
                  </a:moveTo>
                  <a:lnTo>
                    <a:pt x="812800" y="701294"/>
                  </a:lnTo>
                  <a:lnTo>
                    <a:pt x="812800" y="696722"/>
                  </a:lnTo>
                  <a:lnTo>
                    <a:pt x="838200" y="696722"/>
                  </a:lnTo>
                  <a:close/>
                  <a:moveTo>
                    <a:pt x="787400" y="696722"/>
                  </a:moveTo>
                  <a:lnTo>
                    <a:pt x="762000" y="696722"/>
                  </a:lnTo>
                  <a:lnTo>
                    <a:pt x="762000" y="692150"/>
                  </a:lnTo>
                  <a:lnTo>
                    <a:pt x="787400" y="692150"/>
                  </a:lnTo>
                  <a:close/>
                  <a:moveTo>
                    <a:pt x="736600" y="692150"/>
                  </a:moveTo>
                  <a:lnTo>
                    <a:pt x="711200" y="692150"/>
                  </a:lnTo>
                  <a:lnTo>
                    <a:pt x="711200" y="687578"/>
                  </a:lnTo>
                  <a:lnTo>
                    <a:pt x="736600" y="687578"/>
                  </a:lnTo>
                  <a:close/>
                  <a:moveTo>
                    <a:pt x="685800" y="687578"/>
                  </a:moveTo>
                  <a:lnTo>
                    <a:pt x="660400" y="687578"/>
                  </a:lnTo>
                  <a:lnTo>
                    <a:pt x="660400" y="683006"/>
                  </a:lnTo>
                  <a:lnTo>
                    <a:pt x="685800" y="683006"/>
                  </a:lnTo>
                  <a:close/>
                  <a:moveTo>
                    <a:pt x="635000" y="683006"/>
                  </a:moveTo>
                  <a:lnTo>
                    <a:pt x="609600" y="683006"/>
                  </a:lnTo>
                  <a:lnTo>
                    <a:pt x="609600" y="678434"/>
                  </a:lnTo>
                  <a:lnTo>
                    <a:pt x="635000" y="678434"/>
                  </a:lnTo>
                  <a:close/>
                  <a:moveTo>
                    <a:pt x="584200" y="678434"/>
                  </a:moveTo>
                  <a:lnTo>
                    <a:pt x="558800" y="678434"/>
                  </a:lnTo>
                  <a:lnTo>
                    <a:pt x="558800" y="673862"/>
                  </a:lnTo>
                  <a:lnTo>
                    <a:pt x="584200" y="673862"/>
                  </a:lnTo>
                  <a:close/>
                  <a:moveTo>
                    <a:pt x="533400" y="673862"/>
                  </a:moveTo>
                  <a:lnTo>
                    <a:pt x="508000" y="673862"/>
                  </a:lnTo>
                  <a:lnTo>
                    <a:pt x="508000" y="669290"/>
                  </a:lnTo>
                  <a:lnTo>
                    <a:pt x="533400" y="669290"/>
                  </a:lnTo>
                  <a:close/>
                  <a:moveTo>
                    <a:pt x="482600" y="669290"/>
                  </a:moveTo>
                  <a:lnTo>
                    <a:pt x="457200" y="669290"/>
                  </a:lnTo>
                  <a:lnTo>
                    <a:pt x="457200" y="664718"/>
                  </a:lnTo>
                  <a:lnTo>
                    <a:pt x="482600" y="664718"/>
                  </a:lnTo>
                  <a:close/>
                  <a:moveTo>
                    <a:pt x="431800" y="664718"/>
                  </a:moveTo>
                  <a:lnTo>
                    <a:pt x="406400" y="664718"/>
                  </a:lnTo>
                  <a:lnTo>
                    <a:pt x="406400" y="660146"/>
                  </a:lnTo>
                  <a:lnTo>
                    <a:pt x="431800" y="660146"/>
                  </a:lnTo>
                  <a:close/>
                  <a:moveTo>
                    <a:pt x="381000" y="660146"/>
                  </a:moveTo>
                  <a:lnTo>
                    <a:pt x="355600" y="660146"/>
                  </a:lnTo>
                  <a:lnTo>
                    <a:pt x="355600" y="655574"/>
                  </a:lnTo>
                  <a:lnTo>
                    <a:pt x="381000" y="655574"/>
                  </a:lnTo>
                  <a:close/>
                  <a:moveTo>
                    <a:pt x="330200" y="655574"/>
                  </a:moveTo>
                  <a:lnTo>
                    <a:pt x="304800" y="655574"/>
                  </a:lnTo>
                  <a:lnTo>
                    <a:pt x="304800" y="651002"/>
                  </a:lnTo>
                  <a:lnTo>
                    <a:pt x="330200" y="651002"/>
                  </a:lnTo>
                  <a:close/>
                  <a:moveTo>
                    <a:pt x="279400" y="651002"/>
                  </a:moveTo>
                  <a:lnTo>
                    <a:pt x="254000" y="651002"/>
                  </a:lnTo>
                  <a:lnTo>
                    <a:pt x="254000" y="646430"/>
                  </a:lnTo>
                  <a:lnTo>
                    <a:pt x="279400" y="646430"/>
                  </a:lnTo>
                  <a:close/>
                  <a:moveTo>
                    <a:pt x="228600" y="646430"/>
                  </a:moveTo>
                  <a:lnTo>
                    <a:pt x="203200" y="646430"/>
                  </a:lnTo>
                  <a:lnTo>
                    <a:pt x="203200" y="641858"/>
                  </a:lnTo>
                  <a:lnTo>
                    <a:pt x="228600" y="641858"/>
                  </a:lnTo>
                  <a:close/>
                  <a:moveTo>
                    <a:pt x="177800" y="641858"/>
                  </a:moveTo>
                  <a:lnTo>
                    <a:pt x="152400" y="641858"/>
                  </a:lnTo>
                  <a:lnTo>
                    <a:pt x="152400" y="637286"/>
                  </a:lnTo>
                  <a:lnTo>
                    <a:pt x="177800" y="637286"/>
                  </a:lnTo>
                  <a:close/>
                  <a:moveTo>
                    <a:pt x="127000" y="637286"/>
                  </a:moveTo>
                  <a:lnTo>
                    <a:pt x="101600" y="637286"/>
                  </a:lnTo>
                  <a:lnTo>
                    <a:pt x="101600" y="632714"/>
                  </a:lnTo>
                  <a:lnTo>
                    <a:pt x="127000" y="632714"/>
                  </a:lnTo>
                  <a:close/>
                  <a:moveTo>
                    <a:pt x="76200" y="632714"/>
                  </a:moveTo>
                  <a:lnTo>
                    <a:pt x="50800" y="632714"/>
                  </a:lnTo>
                  <a:lnTo>
                    <a:pt x="50800" y="628142"/>
                  </a:lnTo>
                  <a:lnTo>
                    <a:pt x="76200" y="628142"/>
                  </a:lnTo>
                  <a:close/>
                  <a:moveTo>
                    <a:pt x="25400" y="628142"/>
                  </a:moveTo>
                  <a:lnTo>
                    <a:pt x="0" y="628142"/>
                  </a:lnTo>
                  <a:lnTo>
                    <a:pt x="0" y="623570"/>
                  </a:lnTo>
                  <a:lnTo>
                    <a:pt x="25400" y="623570"/>
                  </a:lnTo>
                  <a:close/>
                  <a:moveTo>
                    <a:pt x="111506" y="1327912"/>
                  </a:moveTo>
                  <a:lnTo>
                    <a:pt x="111506" y="1302512"/>
                  </a:lnTo>
                  <a:lnTo>
                    <a:pt x="116078" y="1302512"/>
                  </a:lnTo>
                  <a:lnTo>
                    <a:pt x="116078" y="1327912"/>
                  </a:lnTo>
                  <a:close/>
                  <a:moveTo>
                    <a:pt x="116078" y="1277112"/>
                  </a:moveTo>
                  <a:lnTo>
                    <a:pt x="116078" y="1251712"/>
                  </a:lnTo>
                  <a:lnTo>
                    <a:pt x="116078" y="1277112"/>
                  </a:lnTo>
                  <a:close/>
                  <a:moveTo>
                    <a:pt x="116078" y="1226312"/>
                  </a:moveTo>
                  <a:lnTo>
                    <a:pt x="116078" y="1200912"/>
                  </a:lnTo>
                  <a:lnTo>
                    <a:pt x="116078" y="1226312"/>
                  </a:lnTo>
                  <a:close/>
                  <a:moveTo>
                    <a:pt x="116078" y="1175512"/>
                  </a:moveTo>
                  <a:lnTo>
                    <a:pt x="116078" y="1150112"/>
                  </a:lnTo>
                  <a:lnTo>
                    <a:pt x="116078" y="1175512"/>
                  </a:lnTo>
                  <a:close/>
                  <a:moveTo>
                    <a:pt x="116078" y="1124712"/>
                  </a:moveTo>
                  <a:lnTo>
                    <a:pt x="116078" y="1099312"/>
                  </a:lnTo>
                  <a:lnTo>
                    <a:pt x="116078" y="1124712"/>
                  </a:lnTo>
                  <a:close/>
                  <a:moveTo>
                    <a:pt x="116078" y="1073912"/>
                  </a:moveTo>
                  <a:lnTo>
                    <a:pt x="116078" y="1048512"/>
                  </a:lnTo>
                  <a:lnTo>
                    <a:pt x="116078" y="1073912"/>
                  </a:lnTo>
                  <a:close/>
                  <a:moveTo>
                    <a:pt x="116078" y="1023112"/>
                  </a:moveTo>
                  <a:lnTo>
                    <a:pt x="116078" y="997712"/>
                  </a:lnTo>
                  <a:lnTo>
                    <a:pt x="116078" y="1023112"/>
                  </a:lnTo>
                  <a:close/>
                  <a:moveTo>
                    <a:pt x="116078" y="972312"/>
                  </a:moveTo>
                  <a:lnTo>
                    <a:pt x="116078" y="946912"/>
                  </a:lnTo>
                  <a:lnTo>
                    <a:pt x="116078" y="972312"/>
                  </a:lnTo>
                  <a:close/>
                  <a:moveTo>
                    <a:pt x="116078" y="921512"/>
                  </a:moveTo>
                  <a:lnTo>
                    <a:pt x="116078" y="896112"/>
                  </a:lnTo>
                  <a:lnTo>
                    <a:pt x="116078" y="921512"/>
                  </a:lnTo>
                  <a:close/>
                  <a:moveTo>
                    <a:pt x="116078" y="870712"/>
                  </a:moveTo>
                  <a:lnTo>
                    <a:pt x="116078" y="845312"/>
                  </a:lnTo>
                  <a:lnTo>
                    <a:pt x="116078" y="870712"/>
                  </a:lnTo>
                  <a:close/>
                  <a:moveTo>
                    <a:pt x="116078" y="819912"/>
                  </a:moveTo>
                  <a:lnTo>
                    <a:pt x="116078" y="794512"/>
                  </a:lnTo>
                  <a:lnTo>
                    <a:pt x="116078" y="819912"/>
                  </a:lnTo>
                  <a:close/>
                  <a:moveTo>
                    <a:pt x="116078" y="769112"/>
                  </a:moveTo>
                  <a:lnTo>
                    <a:pt x="116078" y="743712"/>
                  </a:lnTo>
                  <a:lnTo>
                    <a:pt x="116078" y="769112"/>
                  </a:lnTo>
                  <a:close/>
                  <a:moveTo>
                    <a:pt x="116078" y="718312"/>
                  </a:moveTo>
                  <a:lnTo>
                    <a:pt x="116078" y="692912"/>
                  </a:lnTo>
                  <a:lnTo>
                    <a:pt x="116078" y="718312"/>
                  </a:lnTo>
                  <a:close/>
                  <a:moveTo>
                    <a:pt x="116078" y="667512"/>
                  </a:moveTo>
                  <a:lnTo>
                    <a:pt x="116078" y="642112"/>
                  </a:lnTo>
                  <a:lnTo>
                    <a:pt x="116078" y="667512"/>
                  </a:lnTo>
                  <a:close/>
                  <a:moveTo>
                    <a:pt x="116078" y="616712"/>
                  </a:moveTo>
                  <a:lnTo>
                    <a:pt x="116078" y="591312"/>
                  </a:lnTo>
                  <a:lnTo>
                    <a:pt x="116078" y="616712"/>
                  </a:lnTo>
                  <a:close/>
                  <a:moveTo>
                    <a:pt x="116078" y="565912"/>
                  </a:moveTo>
                  <a:lnTo>
                    <a:pt x="116078" y="540512"/>
                  </a:lnTo>
                  <a:lnTo>
                    <a:pt x="116078" y="565912"/>
                  </a:lnTo>
                  <a:close/>
                  <a:moveTo>
                    <a:pt x="116078" y="515112"/>
                  </a:moveTo>
                  <a:lnTo>
                    <a:pt x="116078" y="489712"/>
                  </a:lnTo>
                  <a:lnTo>
                    <a:pt x="116078" y="515112"/>
                  </a:lnTo>
                  <a:close/>
                  <a:moveTo>
                    <a:pt x="116078" y="464312"/>
                  </a:moveTo>
                  <a:lnTo>
                    <a:pt x="116078" y="438912"/>
                  </a:lnTo>
                  <a:lnTo>
                    <a:pt x="116078" y="464312"/>
                  </a:lnTo>
                  <a:close/>
                  <a:moveTo>
                    <a:pt x="116078" y="413512"/>
                  </a:moveTo>
                  <a:lnTo>
                    <a:pt x="116078" y="388112"/>
                  </a:lnTo>
                  <a:lnTo>
                    <a:pt x="116078" y="413512"/>
                  </a:lnTo>
                  <a:close/>
                  <a:moveTo>
                    <a:pt x="116078" y="362712"/>
                  </a:moveTo>
                  <a:lnTo>
                    <a:pt x="116078" y="337312"/>
                  </a:lnTo>
                  <a:lnTo>
                    <a:pt x="116078" y="362712"/>
                  </a:lnTo>
                  <a:close/>
                  <a:moveTo>
                    <a:pt x="116078" y="311912"/>
                  </a:moveTo>
                  <a:lnTo>
                    <a:pt x="116078" y="286512"/>
                  </a:lnTo>
                  <a:lnTo>
                    <a:pt x="116078" y="311912"/>
                  </a:lnTo>
                  <a:close/>
                  <a:moveTo>
                    <a:pt x="116078" y="261112"/>
                  </a:moveTo>
                  <a:lnTo>
                    <a:pt x="116078" y="235712"/>
                  </a:lnTo>
                  <a:lnTo>
                    <a:pt x="116078" y="261112"/>
                  </a:lnTo>
                  <a:close/>
                  <a:moveTo>
                    <a:pt x="116078" y="210312"/>
                  </a:moveTo>
                  <a:lnTo>
                    <a:pt x="116078" y="184912"/>
                  </a:lnTo>
                  <a:lnTo>
                    <a:pt x="116078" y="210312"/>
                  </a:lnTo>
                  <a:close/>
                  <a:moveTo>
                    <a:pt x="116078" y="159512"/>
                  </a:moveTo>
                  <a:lnTo>
                    <a:pt x="116078" y="134112"/>
                  </a:lnTo>
                  <a:lnTo>
                    <a:pt x="116078" y="159512"/>
                  </a:lnTo>
                  <a:close/>
                  <a:moveTo>
                    <a:pt x="116078" y="108712"/>
                  </a:moveTo>
                  <a:lnTo>
                    <a:pt x="116078" y="83312"/>
                  </a:lnTo>
                  <a:lnTo>
                    <a:pt x="116078" y="108712"/>
                  </a:lnTo>
                  <a:close/>
                  <a:moveTo>
                    <a:pt x="116078" y="57912"/>
                  </a:moveTo>
                  <a:lnTo>
                    <a:pt x="116078" y="32512"/>
                  </a:lnTo>
                  <a:lnTo>
                    <a:pt x="116078" y="57912"/>
                  </a:lnTo>
                  <a:close/>
                  <a:moveTo>
                    <a:pt x="116078" y="7112"/>
                  </a:moveTo>
                  <a:lnTo>
                    <a:pt x="116078" y="2286"/>
                  </a:lnTo>
                  <a:cubicBezTo>
                    <a:pt x="111506" y="1016"/>
                    <a:pt x="112522" y="0"/>
                    <a:pt x="113792" y="0"/>
                  </a:cubicBezTo>
                  <a:lnTo>
                    <a:pt x="139192" y="0"/>
                  </a:lnTo>
                  <a:lnTo>
                    <a:pt x="139192" y="4572"/>
                  </a:lnTo>
                  <a:lnTo>
                    <a:pt x="113792" y="4572"/>
                  </a:lnTo>
                  <a:lnTo>
                    <a:pt x="113792" y="2286"/>
                  </a:lnTo>
                  <a:lnTo>
                    <a:pt x="116078" y="2286"/>
                  </a:lnTo>
                  <a:lnTo>
                    <a:pt x="116078" y="71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14324" cy="1384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86000" y="0"/>
            <a:ext cx="13716000" cy="10287000"/>
          </a:xfrm>
          <a:custGeom>
            <a:avLst/>
            <a:gdLst/>
            <a:ahLst/>
            <a:cxnLst/>
            <a:rect r="r" b="b" t="t" l="l"/>
            <a:pathLst>
              <a:path h="10287000" w="13716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566905" y="1551781"/>
          <a:ext cx="13154190" cy="6907110"/>
        </p:xfrm>
        <a:graphic>
          <a:graphicData uri="http://schemas.openxmlformats.org/drawingml/2006/table">
            <a:tbl>
              <a:tblPr/>
              <a:tblGrid>
                <a:gridCol w="2886739"/>
                <a:gridCol w="2886739"/>
                <a:gridCol w="2886739"/>
                <a:gridCol w="4493974"/>
              </a:tblGrid>
              <a:tr h="67260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Paper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Summary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Publication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90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Farm Surveillance Using IoT and YOLOv8 for Animal Intrusion Detection.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recent study explicitly compares models like VGG16, AlexNet, and YOLOv8, concluding that YOLOv8 is the most promising with &gt;99% precision for real-time intrusion detection.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Christian Randieri,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Electronics, MDPI, Vol. 17, Issue 2, 2025.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54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Tracking of Wildlife with IoT Solutions in Movement Ecology.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Discusses the integration of Internet of Things (IoT) with wildlife tracking to provide "immediate" data rather than waiting for manual SD card retrieval.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Chenna Reddy,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ResearchGate Publication, 2023.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49021" y="132239"/>
            <a:ext cx="8558076" cy="1419541"/>
            <a:chOff x="0" y="0"/>
            <a:chExt cx="8114324" cy="13459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11506" y="0"/>
              <a:ext cx="8225917" cy="1350518"/>
            </a:xfrm>
            <a:custGeom>
              <a:avLst/>
              <a:gdLst/>
              <a:ahLst/>
              <a:cxnLst/>
              <a:rect r="r" b="b" t="t" l="l"/>
              <a:pathLst>
                <a:path h="1350518" w="8225917">
                  <a:moveTo>
                    <a:pt x="164592" y="0"/>
                  </a:moveTo>
                  <a:lnTo>
                    <a:pt x="189992" y="0"/>
                  </a:lnTo>
                  <a:lnTo>
                    <a:pt x="189992" y="4572"/>
                  </a:lnTo>
                  <a:lnTo>
                    <a:pt x="164592" y="4572"/>
                  </a:lnTo>
                  <a:close/>
                  <a:moveTo>
                    <a:pt x="215392" y="4572"/>
                  </a:moveTo>
                  <a:lnTo>
                    <a:pt x="240792" y="4572"/>
                  </a:lnTo>
                  <a:lnTo>
                    <a:pt x="215392" y="4572"/>
                  </a:lnTo>
                  <a:close/>
                  <a:moveTo>
                    <a:pt x="266192" y="4572"/>
                  </a:moveTo>
                  <a:lnTo>
                    <a:pt x="291592" y="4572"/>
                  </a:lnTo>
                  <a:lnTo>
                    <a:pt x="266192" y="4572"/>
                  </a:lnTo>
                  <a:close/>
                  <a:moveTo>
                    <a:pt x="316992" y="4572"/>
                  </a:moveTo>
                  <a:lnTo>
                    <a:pt x="342392" y="4572"/>
                  </a:lnTo>
                  <a:lnTo>
                    <a:pt x="316992" y="4572"/>
                  </a:lnTo>
                  <a:close/>
                  <a:moveTo>
                    <a:pt x="367792" y="4572"/>
                  </a:moveTo>
                  <a:lnTo>
                    <a:pt x="393192" y="4572"/>
                  </a:lnTo>
                  <a:lnTo>
                    <a:pt x="367792" y="4572"/>
                  </a:lnTo>
                  <a:close/>
                  <a:moveTo>
                    <a:pt x="418592" y="4572"/>
                  </a:moveTo>
                  <a:lnTo>
                    <a:pt x="443992" y="4572"/>
                  </a:lnTo>
                  <a:lnTo>
                    <a:pt x="418592" y="4572"/>
                  </a:lnTo>
                  <a:close/>
                  <a:moveTo>
                    <a:pt x="469392" y="4572"/>
                  </a:moveTo>
                  <a:lnTo>
                    <a:pt x="494792" y="4572"/>
                  </a:lnTo>
                  <a:lnTo>
                    <a:pt x="469392" y="4572"/>
                  </a:lnTo>
                  <a:close/>
                  <a:moveTo>
                    <a:pt x="520192" y="4572"/>
                  </a:moveTo>
                  <a:lnTo>
                    <a:pt x="545592" y="4572"/>
                  </a:lnTo>
                  <a:lnTo>
                    <a:pt x="520192" y="4572"/>
                  </a:lnTo>
                  <a:close/>
                  <a:moveTo>
                    <a:pt x="570992" y="4572"/>
                  </a:moveTo>
                  <a:lnTo>
                    <a:pt x="596392" y="4572"/>
                  </a:lnTo>
                  <a:lnTo>
                    <a:pt x="570992" y="4572"/>
                  </a:lnTo>
                  <a:close/>
                  <a:moveTo>
                    <a:pt x="621792" y="4572"/>
                  </a:moveTo>
                  <a:lnTo>
                    <a:pt x="647192" y="4572"/>
                  </a:lnTo>
                  <a:lnTo>
                    <a:pt x="621792" y="4572"/>
                  </a:lnTo>
                  <a:close/>
                  <a:moveTo>
                    <a:pt x="672592" y="4572"/>
                  </a:moveTo>
                  <a:lnTo>
                    <a:pt x="697992" y="4572"/>
                  </a:lnTo>
                  <a:lnTo>
                    <a:pt x="672592" y="4572"/>
                  </a:lnTo>
                  <a:close/>
                  <a:moveTo>
                    <a:pt x="723392" y="4572"/>
                  </a:moveTo>
                  <a:lnTo>
                    <a:pt x="748792" y="4572"/>
                  </a:lnTo>
                  <a:lnTo>
                    <a:pt x="723392" y="4572"/>
                  </a:lnTo>
                  <a:close/>
                  <a:moveTo>
                    <a:pt x="774192" y="4572"/>
                  </a:moveTo>
                  <a:lnTo>
                    <a:pt x="799592" y="4572"/>
                  </a:lnTo>
                  <a:lnTo>
                    <a:pt x="774192" y="4572"/>
                  </a:lnTo>
                  <a:close/>
                  <a:moveTo>
                    <a:pt x="824992" y="4572"/>
                  </a:moveTo>
                  <a:lnTo>
                    <a:pt x="850392" y="4572"/>
                  </a:lnTo>
                  <a:lnTo>
                    <a:pt x="824992" y="4572"/>
                  </a:lnTo>
                  <a:close/>
                  <a:moveTo>
                    <a:pt x="875792" y="4572"/>
                  </a:moveTo>
                  <a:lnTo>
                    <a:pt x="901192" y="4572"/>
                  </a:lnTo>
                  <a:lnTo>
                    <a:pt x="875792" y="4572"/>
                  </a:lnTo>
                  <a:close/>
                  <a:moveTo>
                    <a:pt x="926592" y="4572"/>
                  </a:moveTo>
                  <a:lnTo>
                    <a:pt x="951992" y="4572"/>
                  </a:lnTo>
                  <a:lnTo>
                    <a:pt x="926592" y="4572"/>
                  </a:lnTo>
                  <a:close/>
                  <a:moveTo>
                    <a:pt x="977392" y="4572"/>
                  </a:moveTo>
                  <a:lnTo>
                    <a:pt x="1002792" y="4572"/>
                  </a:lnTo>
                  <a:lnTo>
                    <a:pt x="977392" y="4572"/>
                  </a:lnTo>
                  <a:close/>
                  <a:moveTo>
                    <a:pt x="1028192" y="4572"/>
                  </a:moveTo>
                  <a:lnTo>
                    <a:pt x="1053592" y="4572"/>
                  </a:lnTo>
                  <a:lnTo>
                    <a:pt x="1028192" y="4572"/>
                  </a:lnTo>
                  <a:close/>
                  <a:moveTo>
                    <a:pt x="1078992" y="4572"/>
                  </a:moveTo>
                  <a:lnTo>
                    <a:pt x="1104392" y="4572"/>
                  </a:lnTo>
                  <a:lnTo>
                    <a:pt x="1078992" y="4572"/>
                  </a:lnTo>
                  <a:close/>
                  <a:moveTo>
                    <a:pt x="1129792" y="4572"/>
                  </a:moveTo>
                  <a:lnTo>
                    <a:pt x="1155192" y="4572"/>
                  </a:lnTo>
                  <a:lnTo>
                    <a:pt x="1129792" y="4572"/>
                  </a:lnTo>
                  <a:close/>
                  <a:moveTo>
                    <a:pt x="1180592" y="4572"/>
                  </a:moveTo>
                  <a:lnTo>
                    <a:pt x="1205992" y="4572"/>
                  </a:lnTo>
                  <a:lnTo>
                    <a:pt x="1180592" y="4572"/>
                  </a:lnTo>
                  <a:close/>
                  <a:moveTo>
                    <a:pt x="1231392" y="4572"/>
                  </a:moveTo>
                  <a:lnTo>
                    <a:pt x="1256792" y="4572"/>
                  </a:lnTo>
                  <a:lnTo>
                    <a:pt x="1231392" y="4572"/>
                  </a:lnTo>
                  <a:close/>
                  <a:moveTo>
                    <a:pt x="1282192" y="4572"/>
                  </a:moveTo>
                  <a:lnTo>
                    <a:pt x="1307592" y="4572"/>
                  </a:lnTo>
                  <a:lnTo>
                    <a:pt x="1282192" y="4572"/>
                  </a:lnTo>
                  <a:close/>
                  <a:moveTo>
                    <a:pt x="1332992" y="4572"/>
                  </a:moveTo>
                  <a:lnTo>
                    <a:pt x="1358392" y="4572"/>
                  </a:lnTo>
                  <a:lnTo>
                    <a:pt x="1332992" y="4572"/>
                  </a:lnTo>
                  <a:close/>
                  <a:moveTo>
                    <a:pt x="1383792" y="4572"/>
                  </a:moveTo>
                  <a:lnTo>
                    <a:pt x="1409192" y="4572"/>
                  </a:lnTo>
                  <a:lnTo>
                    <a:pt x="1383792" y="4572"/>
                  </a:lnTo>
                  <a:close/>
                  <a:moveTo>
                    <a:pt x="1434592" y="4572"/>
                  </a:moveTo>
                  <a:lnTo>
                    <a:pt x="1459992" y="4572"/>
                  </a:lnTo>
                  <a:lnTo>
                    <a:pt x="1434592" y="4572"/>
                  </a:lnTo>
                  <a:close/>
                  <a:moveTo>
                    <a:pt x="1485392" y="4572"/>
                  </a:moveTo>
                  <a:lnTo>
                    <a:pt x="1510792" y="4572"/>
                  </a:lnTo>
                  <a:lnTo>
                    <a:pt x="1485392" y="4572"/>
                  </a:lnTo>
                  <a:close/>
                  <a:moveTo>
                    <a:pt x="1536192" y="4572"/>
                  </a:moveTo>
                  <a:lnTo>
                    <a:pt x="1561592" y="4572"/>
                  </a:lnTo>
                  <a:lnTo>
                    <a:pt x="1536192" y="4572"/>
                  </a:lnTo>
                  <a:close/>
                  <a:moveTo>
                    <a:pt x="1586992" y="4572"/>
                  </a:moveTo>
                  <a:lnTo>
                    <a:pt x="1612392" y="4572"/>
                  </a:lnTo>
                  <a:lnTo>
                    <a:pt x="1586992" y="4572"/>
                  </a:lnTo>
                  <a:close/>
                  <a:moveTo>
                    <a:pt x="1637792" y="4572"/>
                  </a:moveTo>
                  <a:lnTo>
                    <a:pt x="1663192" y="4572"/>
                  </a:lnTo>
                  <a:lnTo>
                    <a:pt x="1637792" y="4572"/>
                  </a:lnTo>
                  <a:close/>
                  <a:moveTo>
                    <a:pt x="1688592" y="4572"/>
                  </a:moveTo>
                  <a:lnTo>
                    <a:pt x="1713992" y="4572"/>
                  </a:lnTo>
                  <a:lnTo>
                    <a:pt x="1688592" y="4572"/>
                  </a:lnTo>
                  <a:close/>
                  <a:moveTo>
                    <a:pt x="1739392" y="4572"/>
                  </a:moveTo>
                  <a:lnTo>
                    <a:pt x="1764792" y="4572"/>
                  </a:lnTo>
                  <a:lnTo>
                    <a:pt x="1739392" y="4572"/>
                  </a:lnTo>
                  <a:close/>
                  <a:moveTo>
                    <a:pt x="1790192" y="4572"/>
                  </a:moveTo>
                  <a:lnTo>
                    <a:pt x="1815592" y="4572"/>
                  </a:lnTo>
                  <a:lnTo>
                    <a:pt x="1790192" y="4572"/>
                  </a:lnTo>
                  <a:close/>
                  <a:moveTo>
                    <a:pt x="1840992" y="4572"/>
                  </a:moveTo>
                  <a:lnTo>
                    <a:pt x="1866392" y="4572"/>
                  </a:lnTo>
                  <a:lnTo>
                    <a:pt x="1840992" y="4572"/>
                  </a:lnTo>
                  <a:close/>
                  <a:moveTo>
                    <a:pt x="1891792" y="4572"/>
                  </a:moveTo>
                  <a:lnTo>
                    <a:pt x="1917192" y="4572"/>
                  </a:lnTo>
                  <a:lnTo>
                    <a:pt x="1891792" y="4572"/>
                  </a:lnTo>
                  <a:close/>
                  <a:moveTo>
                    <a:pt x="1942592" y="4572"/>
                  </a:moveTo>
                  <a:lnTo>
                    <a:pt x="1967992" y="4572"/>
                  </a:lnTo>
                  <a:lnTo>
                    <a:pt x="1942592" y="4572"/>
                  </a:lnTo>
                  <a:close/>
                  <a:moveTo>
                    <a:pt x="1993392" y="4572"/>
                  </a:moveTo>
                  <a:lnTo>
                    <a:pt x="2018792" y="4572"/>
                  </a:lnTo>
                  <a:lnTo>
                    <a:pt x="1993392" y="4572"/>
                  </a:lnTo>
                  <a:close/>
                  <a:moveTo>
                    <a:pt x="2044192" y="4572"/>
                  </a:moveTo>
                  <a:lnTo>
                    <a:pt x="2069592" y="4572"/>
                  </a:lnTo>
                  <a:lnTo>
                    <a:pt x="2044192" y="4572"/>
                  </a:lnTo>
                  <a:close/>
                  <a:moveTo>
                    <a:pt x="2094992" y="4572"/>
                  </a:moveTo>
                  <a:lnTo>
                    <a:pt x="2120392" y="4572"/>
                  </a:lnTo>
                  <a:lnTo>
                    <a:pt x="2094992" y="4572"/>
                  </a:lnTo>
                  <a:close/>
                  <a:moveTo>
                    <a:pt x="2145792" y="4572"/>
                  </a:moveTo>
                  <a:lnTo>
                    <a:pt x="2171192" y="4572"/>
                  </a:lnTo>
                  <a:lnTo>
                    <a:pt x="2145792" y="4572"/>
                  </a:lnTo>
                  <a:close/>
                  <a:moveTo>
                    <a:pt x="2196592" y="4572"/>
                  </a:moveTo>
                  <a:lnTo>
                    <a:pt x="2221992" y="4572"/>
                  </a:lnTo>
                  <a:lnTo>
                    <a:pt x="2196592" y="4572"/>
                  </a:lnTo>
                  <a:close/>
                  <a:moveTo>
                    <a:pt x="2247392" y="4572"/>
                  </a:moveTo>
                  <a:lnTo>
                    <a:pt x="2272792" y="4572"/>
                  </a:lnTo>
                  <a:lnTo>
                    <a:pt x="2247392" y="4572"/>
                  </a:lnTo>
                  <a:close/>
                  <a:moveTo>
                    <a:pt x="2298192" y="4572"/>
                  </a:moveTo>
                  <a:lnTo>
                    <a:pt x="2323592" y="4572"/>
                  </a:lnTo>
                  <a:lnTo>
                    <a:pt x="2298192" y="4572"/>
                  </a:lnTo>
                  <a:close/>
                  <a:moveTo>
                    <a:pt x="2348992" y="4572"/>
                  </a:moveTo>
                  <a:lnTo>
                    <a:pt x="2374392" y="4572"/>
                  </a:lnTo>
                  <a:lnTo>
                    <a:pt x="2348992" y="4572"/>
                  </a:lnTo>
                  <a:close/>
                  <a:moveTo>
                    <a:pt x="2399792" y="4572"/>
                  </a:moveTo>
                  <a:lnTo>
                    <a:pt x="2425192" y="4572"/>
                  </a:lnTo>
                  <a:lnTo>
                    <a:pt x="2399792" y="4572"/>
                  </a:lnTo>
                  <a:close/>
                  <a:moveTo>
                    <a:pt x="2450592" y="4572"/>
                  </a:moveTo>
                  <a:lnTo>
                    <a:pt x="2475992" y="4572"/>
                  </a:lnTo>
                  <a:lnTo>
                    <a:pt x="2450592" y="4572"/>
                  </a:lnTo>
                  <a:close/>
                  <a:moveTo>
                    <a:pt x="2501392" y="4572"/>
                  </a:moveTo>
                  <a:lnTo>
                    <a:pt x="2526792" y="4572"/>
                  </a:lnTo>
                  <a:lnTo>
                    <a:pt x="2501392" y="4572"/>
                  </a:lnTo>
                  <a:close/>
                  <a:moveTo>
                    <a:pt x="2552192" y="4572"/>
                  </a:moveTo>
                  <a:lnTo>
                    <a:pt x="2577592" y="4572"/>
                  </a:lnTo>
                  <a:lnTo>
                    <a:pt x="2552192" y="4572"/>
                  </a:lnTo>
                  <a:close/>
                  <a:moveTo>
                    <a:pt x="2602992" y="4572"/>
                  </a:moveTo>
                  <a:lnTo>
                    <a:pt x="2628392" y="4572"/>
                  </a:lnTo>
                  <a:lnTo>
                    <a:pt x="2602992" y="4572"/>
                  </a:lnTo>
                  <a:close/>
                  <a:moveTo>
                    <a:pt x="2653792" y="4572"/>
                  </a:moveTo>
                  <a:lnTo>
                    <a:pt x="2679192" y="4572"/>
                  </a:lnTo>
                  <a:lnTo>
                    <a:pt x="2653792" y="4572"/>
                  </a:lnTo>
                  <a:close/>
                  <a:moveTo>
                    <a:pt x="2704592" y="4572"/>
                  </a:moveTo>
                  <a:lnTo>
                    <a:pt x="2729992" y="4572"/>
                  </a:lnTo>
                  <a:lnTo>
                    <a:pt x="2704592" y="4572"/>
                  </a:lnTo>
                  <a:close/>
                  <a:moveTo>
                    <a:pt x="2755392" y="4572"/>
                  </a:moveTo>
                  <a:lnTo>
                    <a:pt x="2780792" y="4572"/>
                  </a:lnTo>
                  <a:lnTo>
                    <a:pt x="2755392" y="4572"/>
                  </a:lnTo>
                  <a:close/>
                  <a:moveTo>
                    <a:pt x="2806192" y="4572"/>
                  </a:moveTo>
                  <a:lnTo>
                    <a:pt x="2831592" y="4572"/>
                  </a:lnTo>
                  <a:lnTo>
                    <a:pt x="2806192" y="4572"/>
                  </a:lnTo>
                  <a:close/>
                  <a:moveTo>
                    <a:pt x="2856992" y="4572"/>
                  </a:moveTo>
                  <a:lnTo>
                    <a:pt x="2882392" y="4572"/>
                  </a:lnTo>
                  <a:lnTo>
                    <a:pt x="2856992" y="4572"/>
                  </a:lnTo>
                  <a:close/>
                  <a:moveTo>
                    <a:pt x="2907792" y="4572"/>
                  </a:moveTo>
                  <a:lnTo>
                    <a:pt x="2933192" y="4572"/>
                  </a:lnTo>
                  <a:lnTo>
                    <a:pt x="2907792" y="4572"/>
                  </a:lnTo>
                  <a:close/>
                  <a:moveTo>
                    <a:pt x="2958592" y="4572"/>
                  </a:moveTo>
                  <a:lnTo>
                    <a:pt x="2983992" y="4572"/>
                  </a:lnTo>
                  <a:lnTo>
                    <a:pt x="2958592" y="4572"/>
                  </a:lnTo>
                  <a:close/>
                  <a:moveTo>
                    <a:pt x="3009392" y="4572"/>
                  </a:moveTo>
                  <a:lnTo>
                    <a:pt x="3034792" y="4572"/>
                  </a:lnTo>
                  <a:lnTo>
                    <a:pt x="3009392" y="4572"/>
                  </a:lnTo>
                  <a:close/>
                  <a:moveTo>
                    <a:pt x="3060192" y="4572"/>
                  </a:moveTo>
                  <a:lnTo>
                    <a:pt x="3085592" y="4572"/>
                  </a:lnTo>
                  <a:lnTo>
                    <a:pt x="3060192" y="4572"/>
                  </a:lnTo>
                  <a:close/>
                  <a:moveTo>
                    <a:pt x="3110992" y="4572"/>
                  </a:moveTo>
                  <a:lnTo>
                    <a:pt x="3136392" y="4572"/>
                  </a:lnTo>
                  <a:lnTo>
                    <a:pt x="3110992" y="4572"/>
                  </a:lnTo>
                  <a:close/>
                  <a:moveTo>
                    <a:pt x="3161792" y="4572"/>
                  </a:moveTo>
                  <a:lnTo>
                    <a:pt x="3187192" y="4572"/>
                  </a:lnTo>
                  <a:lnTo>
                    <a:pt x="3161792" y="4572"/>
                  </a:lnTo>
                  <a:close/>
                  <a:moveTo>
                    <a:pt x="3212592" y="4572"/>
                  </a:moveTo>
                  <a:lnTo>
                    <a:pt x="3237992" y="4572"/>
                  </a:lnTo>
                  <a:lnTo>
                    <a:pt x="3212592" y="4572"/>
                  </a:lnTo>
                  <a:close/>
                  <a:moveTo>
                    <a:pt x="3263392" y="4572"/>
                  </a:moveTo>
                  <a:lnTo>
                    <a:pt x="3288792" y="4572"/>
                  </a:lnTo>
                  <a:lnTo>
                    <a:pt x="3263392" y="4572"/>
                  </a:lnTo>
                  <a:close/>
                  <a:moveTo>
                    <a:pt x="3314192" y="4572"/>
                  </a:moveTo>
                  <a:lnTo>
                    <a:pt x="3339592" y="4572"/>
                  </a:lnTo>
                  <a:lnTo>
                    <a:pt x="3314192" y="4572"/>
                  </a:lnTo>
                  <a:close/>
                  <a:moveTo>
                    <a:pt x="3364992" y="4572"/>
                  </a:moveTo>
                  <a:lnTo>
                    <a:pt x="3390392" y="4572"/>
                  </a:lnTo>
                  <a:lnTo>
                    <a:pt x="3364992" y="4572"/>
                  </a:lnTo>
                  <a:close/>
                  <a:moveTo>
                    <a:pt x="3415792" y="4572"/>
                  </a:moveTo>
                  <a:lnTo>
                    <a:pt x="3441192" y="4572"/>
                  </a:lnTo>
                  <a:lnTo>
                    <a:pt x="3415792" y="4572"/>
                  </a:lnTo>
                  <a:close/>
                  <a:moveTo>
                    <a:pt x="3466592" y="4572"/>
                  </a:moveTo>
                  <a:lnTo>
                    <a:pt x="3491992" y="4572"/>
                  </a:lnTo>
                  <a:lnTo>
                    <a:pt x="3466592" y="4572"/>
                  </a:lnTo>
                  <a:close/>
                  <a:moveTo>
                    <a:pt x="3517392" y="4572"/>
                  </a:moveTo>
                  <a:lnTo>
                    <a:pt x="3542792" y="4572"/>
                  </a:lnTo>
                  <a:lnTo>
                    <a:pt x="3517392" y="4572"/>
                  </a:lnTo>
                  <a:close/>
                  <a:moveTo>
                    <a:pt x="3568192" y="4572"/>
                  </a:moveTo>
                  <a:lnTo>
                    <a:pt x="3593592" y="4572"/>
                  </a:lnTo>
                  <a:lnTo>
                    <a:pt x="3568192" y="4572"/>
                  </a:lnTo>
                  <a:close/>
                  <a:moveTo>
                    <a:pt x="3618992" y="4572"/>
                  </a:moveTo>
                  <a:lnTo>
                    <a:pt x="3644392" y="4572"/>
                  </a:lnTo>
                  <a:lnTo>
                    <a:pt x="3618992" y="4572"/>
                  </a:lnTo>
                  <a:close/>
                  <a:moveTo>
                    <a:pt x="3669792" y="4572"/>
                  </a:moveTo>
                  <a:lnTo>
                    <a:pt x="3695192" y="4572"/>
                  </a:lnTo>
                  <a:lnTo>
                    <a:pt x="3669792" y="4572"/>
                  </a:lnTo>
                  <a:close/>
                  <a:moveTo>
                    <a:pt x="3720592" y="4572"/>
                  </a:moveTo>
                  <a:lnTo>
                    <a:pt x="3745992" y="4572"/>
                  </a:lnTo>
                  <a:lnTo>
                    <a:pt x="3720592" y="4572"/>
                  </a:lnTo>
                  <a:close/>
                  <a:moveTo>
                    <a:pt x="3771392" y="4572"/>
                  </a:moveTo>
                  <a:lnTo>
                    <a:pt x="3796792" y="4572"/>
                  </a:lnTo>
                  <a:lnTo>
                    <a:pt x="3771392" y="4572"/>
                  </a:lnTo>
                  <a:close/>
                  <a:moveTo>
                    <a:pt x="3822192" y="4572"/>
                  </a:moveTo>
                  <a:lnTo>
                    <a:pt x="3847592" y="4572"/>
                  </a:lnTo>
                  <a:lnTo>
                    <a:pt x="3822192" y="4572"/>
                  </a:lnTo>
                  <a:close/>
                  <a:moveTo>
                    <a:pt x="3872992" y="4572"/>
                  </a:moveTo>
                  <a:lnTo>
                    <a:pt x="3898392" y="4572"/>
                  </a:lnTo>
                  <a:lnTo>
                    <a:pt x="3872992" y="4572"/>
                  </a:lnTo>
                  <a:close/>
                  <a:moveTo>
                    <a:pt x="3923792" y="4572"/>
                  </a:moveTo>
                  <a:lnTo>
                    <a:pt x="3949192" y="4572"/>
                  </a:lnTo>
                  <a:lnTo>
                    <a:pt x="3923792" y="4572"/>
                  </a:lnTo>
                  <a:close/>
                  <a:moveTo>
                    <a:pt x="3974592" y="4572"/>
                  </a:moveTo>
                  <a:lnTo>
                    <a:pt x="3999992" y="4572"/>
                  </a:lnTo>
                  <a:lnTo>
                    <a:pt x="3974592" y="4572"/>
                  </a:lnTo>
                  <a:close/>
                  <a:moveTo>
                    <a:pt x="4025392" y="4572"/>
                  </a:moveTo>
                  <a:lnTo>
                    <a:pt x="4050792" y="4572"/>
                  </a:lnTo>
                  <a:lnTo>
                    <a:pt x="4025392" y="4572"/>
                  </a:lnTo>
                  <a:close/>
                  <a:moveTo>
                    <a:pt x="4076192" y="4572"/>
                  </a:moveTo>
                  <a:lnTo>
                    <a:pt x="4101592" y="4572"/>
                  </a:lnTo>
                  <a:lnTo>
                    <a:pt x="4076192" y="4572"/>
                  </a:lnTo>
                  <a:close/>
                  <a:moveTo>
                    <a:pt x="4126992" y="4572"/>
                  </a:moveTo>
                  <a:lnTo>
                    <a:pt x="4152392" y="4572"/>
                  </a:lnTo>
                  <a:lnTo>
                    <a:pt x="4126992" y="4572"/>
                  </a:lnTo>
                  <a:close/>
                  <a:moveTo>
                    <a:pt x="4177792" y="4572"/>
                  </a:moveTo>
                  <a:lnTo>
                    <a:pt x="4203192" y="4572"/>
                  </a:lnTo>
                  <a:lnTo>
                    <a:pt x="4177792" y="4572"/>
                  </a:lnTo>
                  <a:close/>
                  <a:moveTo>
                    <a:pt x="4228592" y="4572"/>
                  </a:moveTo>
                  <a:lnTo>
                    <a:pt x="4253992" y="4572"/>
                  </a:lnTo>
                  <a:lnTo>
                    <a:pt x="4228592" y="4572"/>
                  </a:lnTo>
                  <a:close/>
                  <a:moveTo>
                    <a:pt x="4279392" y="4572"/>
                  </a:moveTo>
                  <a:lnTo>
                    <a:pt x="4304792" y="4572"/>
                  </a:lnTo>
                  <a:lnTo>
                    <a:pt x="4279392" y="4572"/>
                  </a:lnTo>
                  <a:close/>
                  <a:moveTo>
                    <a:pt x="4330192" y="4572"/>
                  </a:moveTo>
                  <a:lnTo>
                    <a:pt x="4355592" y="4572"/>
                  </a:lnTo>
                  <a:lnTo>
                    <a:pt x="4330192" y="4572"/>
                  </a:lnTo>
                  <a:close/>
                  <a:moveTo>
                    <a:pt x="4380992" y="4572"/>
                  </a:moveTo>
                  <a:lnTo>
                    <a:pt x="4406392" y="4572"/>
                  </a:lnTo>
                  <a:lnTo>
                    <a:pt x="4380992" y="4572"/>
                  </a:lnTo>
                  <a:close/>
                  <a:moveTo>
                    <a:pt x="4431792" y="4572"/>
                  </a:moveTo>
                  <a:lnTo>
                    <a:pt x="4457192" y="4572"/>
                  </a:lnTo>
                  <a:lnTo>
                    <a:pt x="4431792" y="4572"/>
                  </a:lnTo>
                  <a:close/>
                  <a:moveTo>
                    <a:pt x="4482592" y="4572"/>
                  </a:moveTo>
                  <a:lnTo>
                    <a:pt x="4507992" y="4572"/>
                  </a:lnTo>
                  <a:lnTo>
                    <a:pt x="4482592" y="4572"/>
                  </a:lnTo>
                  <a:close/>
                  <a:moveTo>
                    <a:pt x="4533392" y="4572"/>
                  </a:moveTo>
                  <a:lnTo>
                    <a:pt x="4558792" y="4572"/>
                  </a:lnTo>
                  <a:lnTo>
                    <a:pt x="4533392" y="4572"/>
                  </a:lnTo>
                  <a:close/>
                  <a:moveTo>
                    <a:pt x="4584192" y="4572"/>
                  </a:moveTo>
                  <a:lnTo>
                    <a:pt x="4609592" y="4572"/>
                  </a:lnTo>
                  <a:lnTo>
                    <a:pt x="4584192" y="4572"/>
                  </a:lnTo>
                  <a:close/>
                  <a:moveTo>
                    <a:pt x="4634992" y="4572"/>
                  </a:moveTo>
                  <a:lnTo>
                    <a:pt x="4660392" y="4572"/>
                  </a:lnTo>
                  <a:lnTo>
                    <a:pt x="4634992" y="4572"/>
                  </a:lnTo>
                  <a:close/>
                  <a:moveTo>
                    <a:pt x="4685792" y="4572"/>
                  </a:moveTo>
                  <a:lnTo>
                    <a:pt x="4711192" y="4572"/>
                  </a:lnTo>
                  <a:lnTo>
                    <a:pt x="4685792" y="4572"/>
                  </a:lnTo>
                  <a:close/>
                  <a:moveTo>
                    <a:pt x="4736592" y="4572"/>
                  </a:moveTo>
                  <a:lnTo>
                    <a:pt x="4761992" y="4572"/>
                  </a:lnTo>
                  <a:lnTo>
                    <a:pt x="4736592" y="4572"/>
                  </a:lnTo>
                  <a:close/>
                  <a:moveTo>
                    <a:pt x="4787392" y="4572"/>
                  </a:moveTo>
                  <a:lnTo>
                    <a:pt x="4812792" y="4572"/>
                  </a:lnTo>
                  <a:lnTo>
                    <a:pt x="4787392" y="4572"/>
                  </a:lnTo>
                  <a:close/>
                  <a:moveTo>
                    <a:pt x="4838192" y="4572"/>
                  </a:moveTo>
                  <a:lnTo>
                    <a:pt x="4863592" y="4572"/>
                  </a:lnTo>
                  <a:lnTo>
                    <a:pt x="4838192" y="4572"/>
                  </a:lnTo>
                  <a:close/>
                  <a:moveTo>
                    <a:pt x="4888992" y="4572"/>
                  </a:moveTo>
                  <a:lnTo>
                    <a:pt x="4914392" y="4572"/>
                  </a:lnTo>
                  <a:lnTo>
                    <a:pt x="4888992" y="4572"/>
                  </a:lnTo>
                  <a:close/>
                  <a:moveTo>
                    <a:pt x="4939792" y="4572"/>
                  </a:moveTo>
                  <a:lnTo>
                    <a:pt x="4965192" y="4572"/>
                  </a:lnTo>
                  <a:lnTo>
                    <a:pt x="4939792" y="4572"/>
                  </a:lnTo>
                  <a:close/>
                  <a:moveTo>
                    <a:pt x="4990592" y="4572"/>
                  </a:moveTo>
                  <a:lnTo>
                    <a:pt x="5015992" y="4572"/>
                  </a:lnTo>
                  <a:lnTo>
                    <a:pt x="4990592" y="4572"/>
                  </a:lnTo>
                  <a:close/>
                  <a:moveTo>
                    <a:pt x="5041392" y="4572"/>
                  </a:moveTo>
                  <a:lnTo>
                    <a:pt x="5066792" y="4572"/>
                  </a:lnTo>
                  <a:lnTo>
                    <a:pt x="5041392" y="4572"/>
                  </a:lnTo>
                  <a:close/>
                  <a:moveTo>
                    <a:pt x="5092192" y="4572"/>
                  </a:moveTo>
                  <a:lnTo>
                    <a:pt x="5117592" y="4572"/>
                  </a:lnTo>
                  <a:lnTo>
                    <a:pt x="5092192" y="4572"/>
                  </a:lnTo>
                  <a:close/>
                  <a:moveTo>
                    <a:pt x="5142992" y="4572"/>
                  </a:moveTo>
                  <a:lnTo>
                    <a:pt x="5168392" y="4572"/>
                  </a:lnTo>
                  <a:lnTo>
                    <a:pt x="5142992" y="4572"/>
                  </a:lnTo>
                  <a:close/>
                  <a:moveTo>
                    <a:pt x="5193792" y="4572"/>
                  </a:moveTo>
                  <a:lnTo>
                    <a:pt x="5219192" y="4572"/>
                  </a:lnTo>
                  <a:lnTo>
                    <a:pt x="5193792" y="4572"/>
                  </a:lnTo>
                  <a:close/>
                  <a:moveTo>
                    <a:pt x="5244592" y="4572"/>
                  </a:moveTo>
                  <a:lnTo>
                    <a:pt x="5269992" y="4572"/>
                  </a:lnTo>
                  <a:lnTo>
                    <a:pt x="5244592" y="4572"/>
                  </a:lnTo>
                  <a:close/>
                  <a:moveTo>
                    <a:pt x="5295392" y="4572"/>
                  </a:moveTo>
                  <a:lnTo>
                    <a:pt x="5320792" y="4572"/>
                  </a:lnTo>
                  <a:lnTo>
                    <a:pt x="5295392" y="4572"/>
                  </a:lnTo>
                  <a:close/>
                  <a:moveTo>
                    <a:pt x="5346192" y="4572"/>
                  </a:moveTo>
                  <a:lnTo>
                    <a:pt x="5371592" y="4572"/>
                  </a:lnTo>
                  <a:lnTo>
                    <a:pt x="5346192" y="4572"/>
                  </a:lnTo>
                  <a:close/>
                  <a:moveTo>
                    <a:pt x="5396992" y="4572"/>
                  </a:moveTo>
                  <a:lnTo>
                    <a:pt x="5422392" y="4572"/>
                  </a:lnTo>
                  <a:lnTo>
                    <a:pt x="5396992" y="4572"/>
                  </a:lnTo>
                  <a:close/>
                  <a:moveTo>
                    <a:pt x="5447792" y="4572"/>
                  </a:moveTo>
                  <a:lnTo>
                    <a:pt x="5473192" y="4572"/>
                  </a:lnTo>
                  <a:lnTo>
                    <a:pt x="5447792" y="4572"/>
                  </a:lnTo>
                  <a:close/>
                  <a:moveTo>
                    <a:pt x="5498592" y="4572"/>
                  </a:moveTo>
                  <a:lnTo>
                    <a:pt x="5523992" y="4572"/>
                  </a:lnTo>
                  <a:lnTo>
                    <a:pt x="5498592" y="4572"/>
                  </a:lnTo>
                  <a:close/>
                  <a:moveTo>
                    <a:pt x="5549392" y="4572"/>
                  </a:moveTo>
                  <a:lnTo>
                    <a:pt x="5574792" y="4572"/>
                  </a:lnTo>
                  <a:lnTo>
                    <a:pt x="5549392" y="4572"/>
                  </a:lnTo>
                  <a:close/>
                  <a:moveTo>
                    <a:pt x="5600192" y="4572"/>
                  </a:moveTo>
                  <a:lnTo>
                    <a:pt x="5625592" y="4572"/>
                  </a:lnTo>
                  <a:lnTo>
                    <a:pt x="5600192" y="4572"/>
                  </a:lnTo>
                  <a:close/>
                  <a:moveTo>
                    <a:pt x="5650992" y="4572"/>
                  </a:moveTo>
                  <a:lnTo>
                    <a:pt x="5676392" y="4572"/>
                  </a:lnTo>
                  <a:lnTo>
                    <a:pt x="5650992" y="4572"/>
                  </a:lnTo>
                  <a:close/>
                  <a:moveTo>
                    <a:pt x="5701792" y="4572"/>
                  </a:moveTo>
                  <a:lnTo>
                    <a:pt x="5727192" y="4572"/>
                  </a:lnTo>
                  <a:lnTo>
                    <a:pt x="5701792" y="4572"/>
                  </a:lnTo>
                  <a:close/>
                  <a:moveTo>
                    <a:pt x="5752592" y="4572"/>
                  </a:moveTo>
                  <a:lnTo>
                    <a:pt x="5777992" y="4572"/>
                  </a:lnTo>
                  <a:lnTo>
                    <a:pt x="5752592" y="4572"/>
                  </a:lnTo>
                  <a:close/>
                  <a:moveTo>
                    <a:pt x="5803392" y="4572"/>
                  </a:moveTo>
                  <a:lnTo>
                    <a:pt x="5828792" y="4572"/>
                  </a:lnTo>
                  <a:lnTo>
                    <a:pt x="5803392" y="4572"/>
                  </a:lnTo>
                  <a:close/>
                  <a:moveTo>
                    <a:pt x="5854192" y="4572"/>
                  </a:moveTo>
                  <a:lnTo>
                    <a:pt x="5879592" y="4572"/>
                  </a:lnTo>
                  <a:lnTo>
                    <a:pt x="5854192" y="4572"/>
                  </a:lnTo>
                  <a:close/>
                  <a:moveTo>
                    <a:pt x="5904992" y="4572"/>
                  </a:moveTo>
                  <a:lnTo>
                    <a:pt x="5930392" y="4572"/>
                  </a:lnTo>
                  <a:lnTo>
                    <a:pt x="5904992" y="4572"/>
                  </a:lnTo>
                  <a:close/>
                  <a:moveTo>
                    <a:pt x="5955792" y="4572"/>
                  </a:moveTo>
                  <a:lnTo>
                    <a:pt x="5981192" y="4572"/>
                  </a:lnTo>
                  <a:lnTo>
                    <a:pt x="5955792" y="4572"/>
                  </a:lnTo>
                  <a:close/>
                  <a:moveTo>
                    <a:pt x="6006592" y="4572"/>
                  </a:moveTo>
                  <a:lnTo>
                    <a:pt x="6031992" y="4572"/>
                  </a:lnTo>
                  <a:lnTo>
                    <a:pt x="6006592" y="4572"/>
                  </a:lnTo>
                  <a:close/>
                  <a:moveTo>
                    <a:pt x="6057392" y="4572"/>
                  </a:moveTo>
                  <a:lnTo>
                    <a:pt x="6082792" y="4572"/>
                  </a:lnTo>
                  <a:lnTo>
                    <a:pt x="6057392" y="4572"/>
                  </a:lnTo>
                  <a:close/>
                  <a:moveTo>
                    <a:pt x="6108192" y="4572"/>
                  </a:moveTo>
                  <a:lnTo>
                    <a:pt x="6133592" y="4572"/>
                  </a:lnTo>
                  <a:lnTo>
                    <a:pt x="6108192" y="4572"/>
                  </a:lnTo>
                  <a:close/>
                  <a:moveTo>
                    <a:pt x="6158992" y="4572"/>
                  </a:moveTo>
                  <a:lnTo>
                    <a:pt x="6184392" y="4572"/>
                  </a:lnTo>
                  <a:lnTo>
                    <a:pt x="6158992" y="4572"/>
                  </a:lnTo>
                  <a:close/>
                  <a:moveTo>
                    <a:pt x="6209792" y="4572"/>
                  </a:moveTo>
                  <a:lnTo>
                    <a:pt x="6235192" y="4572"/>
                  </a:lnTo>
                  <a:lnTo>
                    <a:pt x="6209792" y="4572"/>
                  </a:lnTo>
                  <a:close/>
                  <a:moveTo>
                    <a:pt x="6260592" y="4572"/>
                  </a:moveTo>
                  <a:lnTo>
                    <a:pt x="6285992" y="4572"/>
                  </a:lnTo>
                  <a:lnTo>
                    <a:pt x="6260592" y="4572"/>
                  </a:lnTo>
                  <a:close/>
                  <a:moveTo>
                    <a:pt x="6311392" y="4572"/>
                  </a:moveTo>
                  <a:lnTo>
                    <a:pt x="6336792" y="4572"/>
                  </a:lnTo>
                  <a:lnTo>
                    <a:pt x="6311392" y="4572"/>
                  </a:lnTo>
                  <a:close/>
                  <a:moveTo>
                    <a:pt x="6362192" y="4572"/>
                  </a:moveTo>
                  <a:lnTo>
                    <a:pt x="6387592" y="4572"/>
                  </a:lnTo>
                  <a:lnTo>
                    <a:pt x="6362192" y="4572"/>
                  </a:lnTo>
                  <a:close/>
                  <a:moveTo>
                    <a:pt x="6412992" y="4572"/>
                  </a:moveTo>
                  <a:lnTo>
                    <a:pt x="6438392" y="4572"/>
                  </a:lnTo>
                  <a:lnTo>
                    <a:pt x="6412992" y="4572"/>
                  </a:lnTo>
                  <a:close/>
                  <a:moveTo>
                    <a:pt x="6463792" y="4572"/>
                  </a:moveTo>
                  <a:lnTo>
                    <a:pt x="6489192" y="4572"/>
                  </a:lnTo>
                  <a:lnTo>
                    <a:pt x="6463792" y="4572"/>
                  </a:lnTo>
                  <a:close/>
                  <a:moveTo>
                    <a:pt x="6514592" y="4572"/>
                  </a:moveTo>
                  <a:lnTo>
                    <a:pt x="6539992" y="4572"/>
                  </a:lnTo>
                  <a:lnTo>
                    <a:pt x="6514592" y="4572"/>
                  </a:lnTo>
                  <a:close/>
                  <a:moveTo>
                    <a:pt x="6565392" y="4572"/>
                  </a:moveTo>
                  <a:lnTo>
                    <a:pt x="6590792" y="4572"/>
                  </a:lnTo>
                  <a:lnTo>
                    <a:pt x="6565392" y="4572"/>
                  </a:lnTo>
                  <a:close/>
                  <a:moveTo>
                    <a:pt x="6616192" y="4572"/>
                  </a:moveTo>
                  <a:lnTo>
                    <a:pt x="6641592" y="4572"/>
                  </a:lnTo>
                  <a:lnTo>
                    <a:pt x="6616192" y="4572"/>
                  </a:lnTo>
                  <a:close/>
                  <a:moveTo>
                    <a:pt x="6666992" y="4572"/>
                  </a:moveTo>
                  <a:lnTo>
                    <a:pt x="6692392" y="4572"/>
                  </a:lnTo>
                  <a:lnTo>
                    <a:pt x="6666992" y="4572"/>
                  </a:lnTo>
                  <a:close/>
                  <a:moveTo>
                    <a:pt x="6717792" y="4572"/>
                  </a:moveTo>
                  <a:lnTo>
                    <a:pt x="6743192" y="4572"/>
                  </a:lnTo>
                  <a:lnTo>
                    <a:pt x="6717792" y="4572"/>
                  </a:lnTo>
                  <a:close/>
                  <a:moveTo>
                    <a:pt x="6768592" y="4572"/>
                  </a:moveTo>
                  <a:lnTo>
                    <a:pt x="6793992" y="4572"/>
                  </a:lnTo>
                  <a:lnTo>
                    <a:pt x="6768592" y="4572"/>
                  </a:lnTo>
                  <a:close/>
                  <a:moveTo>
                    <a:pt x="6819392" y="4572"/>
                  </a:moveTo>
                  <a:lnTo>
                    <a:pt x="6844792" y="4572"/>
                  </a:lnTo>
                  <a:lnTo>
                    <a:pt x="6819392" y="4572"/>
                  </a:lnTo>
                  <a:close/>
                  <a:moveTo>
                    <a:pt x="6870192" y="4572"/>
                  </a:moveTo>
                  <a:lnTo>
                    <a:pt x="6895592" y="4572"/>
                  </a:lnTo>
                  <a:lnTo>
                    <a:pt x="6870192" y="4572"/>
                  </a:lnTo>
                  <a:close/>
                  <a:moveTo>
                    <a:pt x="6920992" y="4572"/>
                  </a:moveTo>
                  <a:lnTo>
                    <a:pt x="6946392" y="4572"/>
                  </a:lnTo>
                  <a:lnTo>
                    <a:pt x="6920992" y="4572"/>
                  </a:lnTo>
                  <a:close/>
                  <a:moveTo>
                    <a:pt x="6971792" y="4572"/>
                  </a:moveTo>
                  <a:lnTo>
                    <a:pt x="6997192" y="4572"/>
                  </a:lnTo>
                  <a:lnTo>
                    <a:pt x="6971792" y="4572"/>
                  </a:lnTo>
                  <a:close/>
                  <a:moveTo>
                    <a:pt x="7022592" y="4572"/>
                  </a:moveTo>
                  <a:lnTo>
                    <a:pt x="7047992" y="4572"/>
                  </a:lnTo>
                  <a:lnTo>
                    <a:pt x="7022592" y="4572"/>
                  </a:lnTo>
                  <a:close/>
                  <a:moveTo>
                    <a:pt x="7073392" y="4572"/>
                  </a:moveTo>
                  <a:lnTo>
                    <a:pt x="7098792" y="4572"/>
                  </a:lnTo>
                  <a:lnTo>
                    <a:pt x="7073392" y="4572"/>
                  </a:lnTo>
                  <a:close/>
                  <a:moveTo>
                    <a:pt x="7124192" y="4572"/>
                  </a:moveTo>
                  <a:lnTo>
                    <a:pt x="7149592" y="4572"/>
                  </a:lnTo>
                  <a:lnTo>
                    <a:pt x="7124192" y="4572"/>
                  </a:lnTo>
                  <a:close/>
                  <a:moveTo>
                    <a:pt x="7174992" y="4572"/>
                  </a:moveTo>
                  <a:lnTo>
                    <a:pt x="7200392" y="4572"/>
                  </a:lnTo>
                  <a:lnTo>
                    <a:pt x="7174992" y="4572"/>
                  </a:lnTo>
                  <a:close/>
                  <a:moveTo>
                    <a:pt x="7225792" y="4572"/>
                  </a:moveTo>
                  <a:lnTo>
                    <a:pt x="7251192" y="4572"/>
                  </a:lnTo>
                  <a:lnTo>
                    <a:pt x="7225792" y="4572"/>
                  </a:lnTo>
                  <a:close/>
                  <a:moveTo>
                    <a:pt x="7276592" y="4572"/>
                  </a:moveTo>
                  <a:lnTo>
                    <a:pt x="7301992" y="4572"/>
                  </a:lnTo>
                  <a:lnTo>
                    <a:pt x="7276592" y="4572"/>
                  </a:lnTo>
                  <a:close/>
                  <a:moveTo>
                    <a:pt x="7327392" y="4572"/>
                  </a:moveTo>
                  <a:lnTo>
                    <a:pt x="7352792" y="4572"/>
                  </a:lnTo>
                  <a:lnTo>
                    <a:pt x="7327392" y="4572"/>
                  </a:lnTo>
                  <a:close/>
                  <a:moveTo>
                    <a:pt x="7378192" y="4572"/>
                  </a:moveTo>
                  <a:lnTo>
                    <a:pt x="7403592" y="4572"/>
                  </a:lnTo>
                  <a:lnTo>
                    <a:pt x="7378192" y="4572"/>
                  </a:lnTo>
                  <a:close/>
                  <a:moveTo>
                    <a:pt x="7428992" y="4572"/>
                  </a:moveTo>
                  <a:lnTo>
                    <a:pt x="7454392" y="4572"/>
                  </a:lnTo>
                  <a:lnTo>
                    <a:pt x="7428992" y="4572"/>
                  </a:lnTo>
                  <a:close/>
                  <a:moveTo>
                    <a:pt x="7479792" y="4572"/>
                  </a:moveTo>
                  <a:lnTo>
                    <a:pt x="7505192" y="4572"/>
                  </a:lnTo>
                  <a:lnTo>
                    <a:pt x="7479792" y="4572"/>
                  </a:lnTo>
                  <a:close/>
                  <a:moveTo>
                    <a:pt x="7530592" y="4572"/>
                  </a:moveTo>
                  <a:lnTo>
                    <a:pt x="7555992" y="4572"/>
                  </a:lnTo>
                  <a:lnTo>
                    <a:pt x="7530592" y="4572"/>
                  </a:lnTo>
                  <a:close/>
                  <a:moveTo>
                    <a:pt x="7581392" y="4572"/>
                  </a:moveTo>
                  <a:lnTo>
                    <a:pt x="7606792" y="4572"/>
                  </a:lnTo>
                  <a:lnTo>
                    <a:pt x="7581392" y="4572"/>
                  </a:lnTo>
                  <a:close/>
                  <a:moveTo>
                    <a:pt x="7632192" y="4572"/>
                  </a:moveTo>
                  <a:lnTo>
                    <a:pt x="7657592" y="4572"/>
                  </a:lnTo>
                  <a:lnTo>
                    <a:pt x="7632192" y="4572"/>
                  </a:lnTo>
                  <a:close/>
                  <a:moveTo>
                    <a:pt x="7682992" y="4572"/>
                  </a:moveTo>
                  <a:lnTo>
                    <a:pt x="7708392" y="4572"/>
                  </a:lnTo>
                  <a:lnTo>
                    <a:pt x="7682992" y="4572"/>
                  </a:lnTo>
                  <a:close/>
                  <a:moveTo>
                    <a:pt x="7733792" y="4572"/>
                  </a:moveTo>
                  <a:lnTo>
                    <a:pt x="7759192" y="4572"/>
                  </a:lnTo>
                  <a:lnTo>
                    <a:pt x="7733792" y="4572"/>
                  </a:lnTo>
                  <a:close/>
                  <a:moveTo>
                    <a:pt x="7784592" y="4572"/>
                  </a:moveTo>
                  <a:lnTo>
                    <a:pt x="7809992" y="4572"/>
                  </a:lnTo>
                  <a:lnTo>
                    <a:pt x="7784592" y="4572"/>
                  </a:lnTo>
                  <a:close/>
                  <a:moveTo>
                    <a:pt x="7835392" y="4572"/>
                  </a:moveTo>
                  <a:lnTo>
                    <a:pt x="7860792" y="4572"/>
                  </a:lnTo>
                  <a:lnTo>
                    <a:pt x="7835392" y="4572"/>
                  </a:lnTo>
                  <a:close/>
                  <a:moveTo>
                    <a:pt x="7886192" y="4572"/>
                  </a:moveTo>
                  <a:lnTo>
                    <a:pt x="7911592" y="4572"/>
                  </a:lnTo>
                  <a:lnTo>
                    <a:pt x="7886192" y="4572"/>
                  </a:lnTo>
                  <a:close/>
                  <a:moveTo>
                    <a:pt x="7936992" y="4572"/>
                  </a:moveTo>
                  <a:lnTo>
                    <a:pt x="7962392" y="4572"/>
                  </a:lnTo>
                  <a:lnTo>
                    <a:pt x="7936992" y="4572"/>
                  </a:lnTo>
                  <a:close/>
                  <a:moveTo>
                    <a:pt x="7987792" y="4572"/>
                  </a:moveTo>
                  <a:lnTo>
                    <a:pt x="8013192" y="4572"/>
                  </a:lnTo>
                  <a:lnTo>
                    <a:pt x="7987792" y="4572"/>
                  </a:lnTo>
                  <a:close/>
                  <a:moveTo>
                    <a:pt x="8038592" y="4572"/>
                  </a:moveTo>
                  <a:lnTo>
                    <a:pt x="8063992" y="4572"/>
                  </a:lnTo>
                  <a:lnTo>
                    <a:pt x="8038592" y="4572"/>
                  </a:lnTo>
                  <a:close/>
                  <a:moveTo>
                    <a:pt x="8089392" y="4572"/>
                  </a:moveTo>
                  <a:lnTo>
                    <a:pt x="8114792" y="4572"/>
                  </a:lnTo>
                  <a:lnTo>
                    <a:pt x="8089392" y="4572"/>
                  </a:lnTo>
                  <a:close/>
                  <a:moveTo>
                    <a:pt x="8140192" y="4572"/>
                  </a:moveTo>
                  <a:lnTo>
                    <a:pt x="8165592" y="4572"/>
                  </a:lnTo>
                  <a:lnTo>
                    <a:pt x="8140192" y="4572"/>
                  </a:lnTo>
                  <a:close/>
                  <a:moveTo>
                    <a:pt x="8190992" y="4572"/>
                  </a:moveTo>
                  <a:lnTo>
                    <a:pt x="8216392" y="4572"/>
                  </a:lnTo>
                  <a:lnTo>
                    <a:pt x="8190992" y="4572"/>
                  </a:lnTo>
                  <a:close/>
                  <a:moveTo>
                    <a:pt x="8225917" y="25019"/>
                  </a:moveTo>
                  <a:lnTo>
                    <a:pt x="8225917" y="50419"/>
                  </a:lnTo>
                  <a:lnTo>
                    <a:pt x="8221345" y="50419"/>
                  </a:lnTo>
                  <a:lnTo>
                    <a:pt x="8221345" y="25019"/>
                  </a:lnTo>
                  <a:close/>
                  <a:moveTo>
                    <a:pt x="8221345" y="75819"/>
                  </a:moveTo>
                  <a:lnTo>
                    <a:pt x="8221345" y="101219"/>
                  </a:lnTo>
                  <a:lnTo>
                    <a:pt x="8216773" y="101219"/>
                  </a:lnTo>
                  <a:lnTo>
                    <a:pt x="8216773" y="75819"/>
                  </a:lnTo>
                  <a:close/>
                  <a:moveTo>
                    <a:pt x="8216773" y="126619"/>
                  </a:moveTo>
                  <a:lnTo>
                    <a:pt x="8216773" y="152019"/>
                  </a:lnTo>
                  <a:lnTo>
                    <a:pt x="8212201" y="152019"/>
                  </a:lnTo>
                  <a:lnTo>
                    <a:pt x="8212201" y="126619"/>
                  </a:lnTo>
                  <a:close/>
                  <a:moveTo>
                    <a:pt x="8212201" y="177419"/>
                  </a:moveTo>
                  <a:lnTo>
                    <a:pt x="8212201" y="202819"/>
                  </a:lnTo>
                  <a:lnTo>
                    <a:pt x="8207629" y="202819"/>
                  </a:lnTo>
                  <a:lnTo>
                    <a:pt x="8207629" y="177419"/>
                  </a:lnTo>
                  <a:close/>
                  <a:moveTo>
                    <a:pt x="8207629" y="228219"/>
                  </a:moveTo>
                  <a:lnTo>
                    <a:pt x="8207629" y="253619"/>
                  </a:lnTo>
                  <a:lnTo>
                    <a:pt x="8203057" y="253619"/>
                  </a:lnTo>
                  <a:lnTo>
                    <a:pt x="8203057" y="228219"/>
                  </a:lnTo>
                  <a:close/>
                  <a:moveTo>
                    <a:pt x="8203057" y="279019"/>
                  </a:moveTo>
                  <a:lnTo>
                    <a:pt x="8203057" y="304419"/>
                  </a:lnTo>
                  <a:lnTo>
                    <a:pt x="8198485" y="304419"/>
                  </a:lnTo>
                  <a:lnTo>
                    <a:pt x="8198485" y="279019"/>
                  </a:lnTo>
                  <a:close/>
                  <a:moveTo>
                    <a:pt x="8198485" y="329819"/>
                  </a:moveTo>
                  <a:lnTo>
                    <a:pt x="8198485" y="355219"/>
                  </a:lnTo>
                  <a:lnTo>
                    <a:pt x="8193913" y="355219"/>
                  </a:lnTo>
                  <a:lnTo>
                    <a:pt x="8193913" y="329819"/>
                  </a:lnTo>
                  <a:close/>
                  <a:moveTo>
                    <a:pt x="8193913" y="380619"/>
                  </a:moveTo>
                  <a:lnTo>
                    <a:pt x="8193913" y="406019"/>
                  </a:lnTo>
                  <a:lnTo>
                    <a:pt x="8189341" y="406019"/>
                  </a:lnTo>
                  <a:lnTo>
                    <a:pt x="8189341" y="380619"/>
                  </a:lnTo>
                  <a:close/>
                  <a:moveTo>
                    <a:pt x="8189341" y="431419"/>
                  </a:moveTo>
                  <a:lnTo>
                    <a:pt x="8189341" y="456819"/>
                  </a:lnTo>
                  <a:lnTo>
                    <a:pt x="8184769" y="456819"/>
                  </a:lnTo>
                  <a:lnTo>
                    <a:pt x="8184769" y="431419"/>
                  </a:lnTo>
                  <a:close/>
                  <a:moveTo>
                    <a:pt x="8184769" y="482219"/>
                  </a:moveTo>
                  <a:lnTo>
                    <a:pt x="8184769" y="507619"/>
                  </a:lnTo>
                  <a:lnTo>
                    <a:pt x="8180197" y="507619"/>
                  </a:lnTo>
                  <a:lnTo>
                    <a:pt x="8180197" y="482219"/>
                  </a:lnTo>
                  <a:close/>
                  <a:moveTo>
                    <a:pt x="8180197" y="533019"/>
                  </a:moveTo>
                  <a:lnTo>
                    <a:pt x="8180197" y="558419"/>
                  </a:lnTo>
                  <a:lnTo>
                    <a:pt x="8175625" y="558419"/>
                  </a:lnTo>
                  <a:lnTo>
                    <a:pt x="8175625" y="533019"/>
                  </a:lnTo>
                  <a:close/>
                  <a:moveTo>
                    <a:pt x="8175625" y="583819"/>
                  </a:moveTo>
                  <a:lnTo>
                    <a:pt x="8175625" y="609219"/>
                  </a:lnTo>
                  <a:lnTo>
                    <a:pt x="8171053" y="609219"/>
                  </a:lnTo>
                  <a:lnTo>
                    <a:pt x="8171053" y="583819"/>
                  </a:lnTo>
                  <a:close/>
                  <a:moveTo>
                    <a:pt x="8171053" y="634619"/>
                  </a:moveTo>
                  <a:lnTo>
                    <a:pt x="8171053" y="660019"/>
                  </a:lnTo>
                  <a:lnTo>
                    <a:pt x="8166481" y="660019"/>
                  </a:lnTo>
                  <a:lnTo>
                    <a:pt x="8166481" y="634619"/>
                  </a:lnTo>
                  <a:close/>
                  <a:moveTo>
                    <a:pt x="8166481" y="685419"/>
                  </a:moveTo>
                  <a:lnTo>
                    <a:pt x="8166481" y="710819"/>
                  </a:lnTo>
                  <a:lnTo>
                    <a:pt x="8161909" y="710819"/>
                  </a:lnTo>
                  <a:lnTo>
                    <a:pt x="8161909" y="685419"/>
                  </a:lnTo>
                  <a:close/>
                  <a:moveTo>
                    <a:pt x="8161909" y="736219"/>
                  </a:moveTo>
                  <a:lnTo>
                    <a:pt x="8161909" y="761619"/>
                  </a:lnTo>
                  <a:lnTo>
                    <a:pt x="8157337" y="761619"/>
                  </a:lnTo>
                  <a:lnTo>
                    <a:pt x="8157337" y="736219"/>
                  </a:lnTo>
                  <a:close/>
                  <a:moveTo>
                    <a:pt x="8157337" y="787019"/>
                  </a:moveTo>
                  <a:lnTo>
                    <a:pt x="8157337" y="812419"/>
                  </a:lnTo>
                  <a:lnTo>
                    <a:pt x="8152765" y="812419"/>
                  </a:lnTo>
                  <a:lnTo>
                    <a:pt x="8152765" y="787019"/>
                  </a:lnTo>
                  <a:close/>
                  <a:moveTo>
                    <a:pt x="8152765" y="837819"/>
                  </a:moveTo>
                  <a:lnTo>
                    <a:pt x="8152765" y="863219"/>
                  </a:lnTo>
                  <a:lnTo>
                    <a:pt x="8148193" y="863219"/>
                  </a:lnTo>
                  <a:lnTo>
                    <a:pt x="8148193" y="837819"/>
                  </a:lnTo>
                  <a:close/>
                  <a:moveTo>
                    <a:pt x="8148193" y="888619"/>
                  </a:moveTo>
                  <a:lnTo>
                    <a:pt x="8148193" y="914019"/>
                  </a:lnTo>
                  <a:lnTo>
                    <a:pt x="8143621" y="914019"/>
                  </a:lnTo>
                  <a:lnTo>
                    <a:pt x="8143621" y="888619"/>
                  </a:lnTo>
                  <a:close/>
                  <a:moveTo>
                    <a:pt x="8143621" y="939419"/>
                  </a:moveTo>
                  <a:lnTo>
                    <a:pt x="8143621" y="964819"/>
                  </a:lnTo>
                  <a:lnTo>
                    <a:pt x="8139049" y="964819"/>
                  </a:lnTo>
                  <a:lnTo>
                    <a:pt x="8139049" y="939419"/>
                  </a:lnTo>
                  <a:close/>
                  <a:moveTo>
                    <a:pt x="8139049" y="990219"/>
                  </a:moveTo>
                  <a:lnTo>
                    <a:pt x="8139049" y="1015619"/>
                  </a:lnTo>
                  <a:lnTo>
                    <a:pt x="8134477" y="1015619"/>
                  </a:lnTo>
                  <a:lnTo>
                    <a:pt x="8134477" y="990219"/>
                  </a:lnTo>
                  <a:close/>
                  <a:moveTo>
                    <a:pt x="8134477" y="1041019"/>
                  </a:moveTo>
                  <a:lnTo>
                    <a:pt x="8134477" y="1066419"/>
                  </a:lnTo>
                  <a:lnTo>
                    <a:pt x="8129905" y="1066419"/>
                  </a:lnTo>
                  <a:lnTo>
                    <a:pt x="8129905" y="1041019"/>
                  </a:lnTo>
                  <a:close/>
                  <a:moveTo>
                    <a:pt x="8129905" y="1091819"/>
                  </a:moveTo>
                  <a:lnTo>
                    <a:pt x="8129905" y="1117219"/>
                  </a:lnTo>
                  <a:lnTo>
                    <a:pt x="8125333" y="1117219"/>
                  </a:lnTo>
                  <a:lnTo>
                    <a:pt x="8125333" y="1091819"/>
                  </a:lnTo>
                  <a:close/>
                  <a:moveTo>
                    <a:pt x="8125333" y="1142619"/>
                  </a:moveTo>
                  <a:lnTo>
                    <a:pt x="8125333" y="1168019"/>
                  </a:lnTo>
                  <a:lnTo>
                    <a:pt x="8120761" y="1168019"/>
                  </a:lnTo>
                  <a:lnTo>
                    <a:pt x="8120761" y="1142619"/>
                  </a:lnTo>
                  <a:close/>
                  <a:moveTo>
                    <a:pt x="8120761" y="1193419"/>
                  </a:moveTo>
                  <a:lnTo>
                    <a:pt x="8120761" y="1218819"/>
                  </a:lnTo>
                  <a:lnTo>
                    <a:pt x="8116189" y="1218819"/>
                  </a:lnTo>
                  <a:lnTo>
                    <a:pt x="8116189" y="1193419"/>
                  </a:lnTo>
                  <a:close/>
                  <a:moveTo>
                    <a:pt x="8116189" y="1244219"/>
                  </a:moveTo>
                  <a:lnTo>
                    <a:pt x="8116189" y="1269619"/>
                  </a:lnTo>
                  <a:lnTo>
                    <a:pt x="8111617" y="1269619"/>
                  </a:lnTo>
                  <a:lnTo>
                    <a:pt x="8111617" y="1244219"/>
                  </a:lnTo>
                  <a:close/>
                  <a:moveTo>
                    <a:pt x="8111617" y="1295019"/>
                  </a:moveTo>
                  <a:lnTo>
                    <a:pt x="8111617" y="1320419"/>
                  </a:lnTo>
                  <a:lnTo>
                    <a:pt x="8107045" y="1320419"/>
                  </a:lnTo>
                  <a:lnTo>
                    <a:pt x="8107045" y="1295019"/>
                  </a:lnTo>
                  <a:close/>
                  <a:moveTo>
                    <a:pt x="8107045" y="1345819"/>
                  </a:moveTo>
                  <a:lnTo>
                    <a:pt x="8107045" y="1348232"/>
                  </a:lnTo>
                  <a:cubicBezTo>
                    <a:pt x="8107045" y="1349502"/>
                    <a:pt x="8106029" y="1350518"/>
                    <a:pt x="8104759" y="1350518"/>
                  </a:cubicBezTo>
                  <a:lnTo>
                    <a:pt x="8081772" y="1350518"/>
                  </a:lnTo>
                  <a:lnTo>
                    <a:pt x="8081772" y="1345946"/>
                  </a:lnTo>
                  <a:lnTo>
                    <a:pt x="8104759" y="1345946"/>
                  </a:lnTo>
                  <a:lnTo>
                    <a:pt x="8104759" y="1348232"/>
                  </a:lnTo>
                  <a:lnTo>
                    <a:pt x="8102473" y="1348232"/>
                  </a:lnTo>
                  <a:lnTo>
                    <a:pt x="8102473" y="1345819"/>
                  </a:lnTo>
                  <a:close/>
                  <a:moveTo>
                    <a:pt x="8051800" y="1350518"/>
                  </a:moveTo>
                  <a:lnTo>
                    <a:pt x="8026400" y="1350518"/>
                  </a:lnTo>
                  <a:lnTo>
                    <a:pt x="8026400" y="1345946"/>
                  </a:lnTo>
                  <a:lnTo>
                    <a:pt x="8051800" y="1345946"/>
                  </a:lnTo>
                  <a:close/>
                  <a:moveTo>
                    <a:pt x="8001000" y="1345946"/>
                  </a:moveTo>
                  <a:lnTo>
                    <a:pt x="7975600" y="1345946"/>
                  </a:lnTo>
                  <a:lnTo>
                    <a:pt x="7975600" y="1341374"/>
                  </a:lnTo>
                  <a:lnTo>
                    <a:pt x="8001000" y="1341374"/>
                  </a:lnTo>
                  <a:close/>
                  <a:moveTo>
                    <a:pt x="7950200" y="1341374"/>
                  </a:moveTo>
                  <a:lnTo>
                    <a:pt x="7924800" y="1341374"/>
                  </a:lnTo>
                  <a:lnTo>
                    <a:pt x="7924800" y="1336802"/>
                  </a:lnTo>
                  <a:lnTo>
                    <a:pt x="7950200" y="1336802"/>
                  </a:lnTo>
                  <a:close/>
                  <a:moveTo>
                    <a:pt x="7899400" y="1336802"/>
                  </a:moveTo>
                  <a:lnTo>
                    <a:pt x="7874000" y="1336802"/>
                  </a:lnTo>
                  <a:lnTo>
                    <a:pt x="7874000" y="1332230"/>
                  </a:lnTo>
                  <a:lnTo>
                    <a:pt x="7899400" y="1332230"/>
                  </a:lnTo>
                  <a:close/>
                  <a:moveTo>
                    <a:pt x="7848600" y="1332230"/>
                  </a:moveTo>
                  <a:lnTo>
                    <a:pt x="7823200" y="1332230"/>
                  </a:lnTo>
                  <a:lnTo>
                    <a:pt x="7823200" y="1327658"/>
                  </a:lnTo>
                  <a:lnTo>
                    <a:pt x="7848600" y="1327658"/>
                  </a:lnTo>
                  <a:close/>
                  <a:moveTo>
                    <a:pt x="7797800" y="1327658"/>
                  </a:moveTo>
                  <a:lnTo>
                    <a:pt x="7772400" y="1327658"/>
                  </a:lnTo>
                  <a:lnTo>
                    <a:pt x="7772400" y="1323086"/>
                  </a:lnTo>
                  <a:lnTo>
                    <a:pt x="7797800" y="1323086"/>
                  </a:lnTo>
                  <a:close/>
                  <a:moveTo>
                    <a:pt x="7747000" y="1323086"/>
                  </a:moveTo>
                  <a:lnTo>
                    <a:pt x="7721600" y="1323086"/>
                  </a:lnTo>
                  <a:lnTo>
                    <a:pt x="7721600" y="1318514"/>
                  </a:lnTo>
                  <a:lnTo>
                    <a:pt x="7747000" y="1318514"/>
                  </a:lnTo>
                  <a:close/>
                  <a:moveTo>
                    <a:pt x="7696200" y="1318514"/>
                  </a:moveTo>
                  <a:lnTo>
                    <a:pt x="7670800" y="1318514"/>
                  </a:lnTo>
                  <a:lnTo>
                    <a:pt x="7670800" y="1313942"/>
                  </a:lnTo>
                  <a:lnTo>
                    <a:pt x="7696200" y="1313942"/>
                  </a:lnTo>
                  <a:close/>
                  <a:moveTo>
                    <a:pt x="7645400" y="1313942"/>
                  </a:moveTo>
                  <a:lnTo>
                    <a:pt x="7620000" y="1313942"/>
                  </a:lnTo>
                  <a:lnTo>
                    <a:pt x="7620000" y="1309370"/>
                  </a:lnTo>
                  <a:lnTo>
                    <a:pt x="7645400" y="1309370"/>
                  </a:lnTo>
                  <a:close/>
                  <a:moveTo>
                    <a:pt x="7594600" y="1309370"/>
                  </a:moveTo>
                  <a:lnTo>
                    <a:pt x="7569200" y="1309370"/>
                  </a:lnTo>
                  <a:lnTo>
                    <a:pt x="7569200" y="1304798"/>
                  </a:lnTo>
                  <a:lnTo>
                    <a:pt x="7594600" y="1304798"/>
                  </a:lnTo>
                  <a:close/>
                  <a:moveTo>
                    <a:pt x="7543800" y="1304798"/>
                  </a:moveTo>
                  <a:lnTo>
                    <a:pt x="7518400" y="1304798"/>
                  </a:lnTo>
                  <a:lnTo>
                    <a:pt x="7518400" y="1300226"/>
                  </a:lnTo>
                  <a:lnTo>
                    <a:pt x="7543800" y="1300226"/>
                  </a:lnTo>
                  <a:close/>
                  <a:moveTo>
                    <a:pt x="7493000" y="1300226"/>
                  </a:moveTo>
                  <a:lnTo>
                    <a:pt x="7467600" y="1300226"/>
                  </a:lnTo>
                  <a:lnTo>
                    <a:pt x="7467600" y="1295654"/>
                  </a:lnTo>
                  <a:lnTo>
                    <a:pt x="7493000" y="1295654"/>
                  </a:lnTo>
                  <a:close/>
                  <a:moveTo>
                    <a:pt x="7442200" y="1295654"/>
                  </a:moveTo>
                  <a:lnTo>
                    <a:pt x="7416800" y="1295654"/>
                  </a:lnTo>
                  <a:lnTo>
                    <a:pt x="7416800" y="1291082"/>
                  </a:lnTo>
                  <a:lnTo>
                    <a:pt x="7442200" y="1291082"/>
                  </a:lnTo>
                  <a:close/>
                  <a:moveTo>
                    <a:pt x="7391400" y="1291082"/>
                  </a:moveTo>
                  <a:lnTo>
                    <a:pt x="7366000" y="1291082"/>
                  </a:lnTo>
                  <a:lnTo>
                    <a:pt x="7366000" y="1286510"/>
                  </a:lnTo>
                  <a:lnTo>
                    <a:pt x="7391400" y="1286510"/>
                  </a:lnTo>
                  <a:close/>
                  <a:moveTo>
                    <a:pt x="7340600" y="1286510"/>
                  </a:moveTo>
                  <a:lnTo>
                    <a:pt x="7315200" y="1286510"/>
                  </a:lnTo>
                  <a:lnTo>
                    <a:pt x="7315200" y="1281938"/>
                  </a:lnTo>
                  <a:lnTo>
                    <a:pt x="7340600" y="1281938"/>
                  </a:lnTo>
                  <a:close/>
                  <a:moveTo>
                    <a:pt x="7289800" y="1281938"/>
                  </a:moveTo>
                  <a:lnTo>
                    <a:pt x="7264400" y="1281938"/>
                  </a:lnTo>
                  <a:lnTo>
                    <a:pt x="7264400" y="1277366"/>
                  </a:lnTo>
                  <a:lnTo>
                    <a:pt x="7289800" y="1277366"/>
                  </a:lnTo>
                  <a:close/>
                  <a:moveTo>
                    <a:pt x="7239000" y="1277366"/>
                  </a:moveTo>
                  <a:lnTo>
                    <a:pt x="7213600" y="1277366"/>
                  </a:lnTo>
                  <a:lnTo>
                    <a:pt x="7213600" y="1272794"/>
                  </a:lnTo>
                  <a:lnTo>
                    <a:pt x="7239000" y="1272794"/>
                  </a:lnTo>
                  <a:close/>
                  <a:moveTo>
                    <a:pt x="7188200" y="1272794"/>
                  </a:moveTo>
                  <a:lnTo>
                    <a:pt x="7162800" y="1272794"/>
                  </a:lnTo>
                  <a:lnTo>
                    <a:pt x="7162800" y="1268222"/>
                  </a:lnTo>
                  <a:lnTo>
                    <a:pt x="7188200" y="1268222"/>
                  </a:lnTo>
                  <a:close/>
                  <a:moveTo>
                    <a:pt x="7137400" y="1268222"/>
                  </a:moveTo>
                  <a:lnTo>
                    <a:pt x="7112000" y="1268222"/>
                  </a:lnTo>
                  <a:lnTo>
                    <a:pt x="7112000" y="1263650"/>
                  </a:lnTo>
                  <a:lnTo>
                    <a:pt x="7137400" y="1263650"/>
                  </a:lnTo>
                  <a:close/>
                  <a:moveTo>
                    <a:pt x="7086600" y="1263650"/>
                  </a:moveTo>
                  <a:lnTo>
                    <a:pt x="7061200" y="1263650"/>
                  </a:lnTo>
                  <a:lnTo>
                    <a:pt x="7061200" y="1259078"/>
                  </a:lnTo>
                  <a:lnTo>
                    <a:pt x="7086600" y="1259078"/>
                  </a:lnTo>
                  <a:close/>
                  <a:moveTo>
                    <a:pt x="7035800" y="1259078"/>
                  </a:moveTo>
                  <a:lnTo>
                    <a:pt x="7010400" y="1259078"/>
                  </a:lnTo>
                  <a:lnTo>
                    <a:pt x="7010400" y="1254506"/>
                  </a:lnTo>
                  <a:lnTo>
                    <a:pt x="7035800" y="1254506"/>
                  </a:lnTo>
                  <a:close/>
                  <a:moveTo>
                    <a:pt x="6985000" y="1254506"/>
                  </a:moveTo>
                  <a:lnTo>
                    <a:pt x="6959600" y="1254506"/>
                  </a:lnTo>
                  <a:lnTo>
                    <a:pt x="6959600" y="1249934"/>
                  </a:lnTo>
                  <a:lnTo>
                    <a:pt x="6985000" y="1249934"/>
                  </a:lnTo>
                  <a:close/>
                  <a:moveTo>
                    <a:pt x="6934200" y="1249934"/>
                  </a:moveTo>
                  <a:lnTo>
                    <a:pt x="6908800" y="1249934"/>
                  </a:lnTo>
                  <a:lnTo>
                    <a:pt x="6908800" y="1245362"/>
                  </a:lnTo>
                  <a:lnTo>
                    <a:pt x="6934200" y="1245362"/>
                  </a:lnTo>
                  <a:close/>
                  <a:moveTo>
                    <a:pt x="6883400" y="1245362"/>
                  </a:moveTo>
                  <a:lnTo>
                    <a:pt x="6858000" y="1245362"/>
                  </a:lnTo>
                  <a:lnTo>
                    <a:pt x="6858000" y="1240790"/>
                  </a:lnTo>
                  <a:lnTo>
                    <a:pt x="6883400" y="1240790"/>
                  </a:lnTo>
                  <a:close/>
                  <a:moveTo>
                    <a:pt x="6832600" y="1240790"/>
                  </a:moveTo>
                  <a:lnTo>
                    <a:pt x="6807200" y="1240790"/>
                  </a:lnTo>
                  <a:lnTo>
                    <a:pt x="6807200" y="1236218"/>
                  </a:lnTo>
                  <a:lnTo>
                    <a:pt x="6832600" y="1236218"/>
                  </a:lnTo>
                  <a:close/>
                  <a:moveTo>
                    <a:pt x="6781800" y="1236218"/>
                  </a:moveTo>
                  <a:lnTo>
                    <a:pt x="6756400" y="1236218"/>
                  </a:lnTo>
                  <a:lnTo>
                    <a:pt x="6756400" y="1231646"/>
                  </a:lnTo>
                  <a:lnTo>
                    <a:pt x="6781800" y="1231646"/>
                  </a:lnTo>
                  <a:close/>
                  <a:moveTo>
                    <a:pt x="6731000" y="1231646"/>
                  </a:moveTo>
                  <a:lnTo>
                    <a:pt x="6705600" y="1231646"/>
                  </a:lnTo>
                  <a:lnTo>
                    <a:pt x="6705600" y="1227074"/>
                  </a:lnTo>
                  <a:lnTo>
                    <a:pt x="6731000" y="1227074"/>
                  </a:lnTo>
                  <a:close/>
                  <a:moveTo>
                    <a:pt x="6680200" y="1227074"/>
                  </a:moveTo>
                  <a:lnTo>
                    <a:pt x="6654800" y="1227074"/>
                  </a:lnTo>
                  <a:lnTo>
                    <a:pt x="6654800" y="1222502"/>
                  </a:lnTo>
                  <a:lnTo>
                    <a:pt x="6680200" y="1222502"/>
                  </a:lnTo>
                  <a:close/>
                  <a:moveTo>
                    <a:pt x="6629400" y="1222502"/>
                  </a:moveTo>
                  <a:lnTo>
                    <a:pt x="6604000" y="1222502"/>
                  </a:lnTo>
                  <a:lnTo>
                    <a:pt x="6604000" y="1217930"/>
                  </a:lnTo>
                  <a:lnTo>
                    <a:pt x="6629400" y="1217930"/>
                  </a:lnTo>
                  <a:close/>
                  <a:moveTo>
                    <a:pt x="6578600" y="1217930"/>
                  </a:moveTo>
                  <a:lnTo>
                    <a:pt x="6553200" y="1217930"/>
                  </a:lnTo>
                  <a:lnTo>
                    <a:pt x="6553200" y="1213358"/>
                  </a:lnTo>
                  <a:lnTo>
                    <a:pt x="6578600" y="1213358"/>
                  </a:lnTo>
                  <a:close/>
                  <a:moveTo>
                    <a:pt x="6527800" y="1213358"/>
                  </a:moveTo>
                  <a:lnTo>
                    <a:pt x="6502400" y="1213358"/>
                  </a:lnTo>
                  <a:lnTo>
                    <a:pt x="6502400" y="1208786"/>
                  </a:lnTo>
                  <a:lnTo>
                    <a:pt x="6527800" y="1208786"/>
                  </a:lnTo>
                  <a:close/>
                  <a:moveTo>
                    <a:pt x="6477000" y="1208786"/>
                  </a:moveTo>
                  <a:lnTo>
                    <a:pt x="6451600" y="1208786"/>
                  </a:lnTo>
                  <a:lnTo>
                    <a:pt x="6451600" y="1204214"/>
                  </a:lnTo>
                  <a:lnTo>
                    <a:pt x="6477000" y="1204214"/>
                  </a:lnTo>
                  <a:close/>
                  <a:moveTo>
                    <a:pt x="6426200" y="1204214"/>
                  </a:moveTo>
                  <a:lnTo>
                    <a:pt x="6400800" y="1204214"/>
                  </a:lnTo>
                  <a:lnTo>
                    <a:pt x="6400800" y="1199642"/>
                  </a:lnTo>
                  <a:lnTo>
                    <a:pt x="6426200" y="1199642"/>
                  </a:lnTo>
                  <a:close/>
                  <a:moveTo>
                    <a:pt x="6375400" y="1199642"/>
                  </a:moveTo>
                  <a:lnTo>
                    <a:pt x="6350000" y="1199642"/>
                  </a:lnTo>
                  <a:lnTo>
                    <a:pt x="6350000" y="1195070"/>
                  </a:lnTo>
                  <a:lnTo>
                    <a:pt x="6375400" y="1195070"/>
                  </a:lnTo>
                  <a:close/>
                  <a:moveTo>
                    <a:pt x="6324600" y="1195070"/>
                  </a:moveTo>
                  <a:lnTo>
                    <a:pt x="6299200" y="1195070"/>
                  </a:lnTo>
                  <a:lnTo>
                    <a:pt x="6299200" y="1190498"/>
                  </a:lnTo>
                  <a:lnTo>
                    <a:pt x="6324600" y="1190498"/>
                  </a:lnTo>
                  <a:close/>
                  <a:moveTo>
                    <a:pt x="6273800" y="1190498"/>
                  </a:moveTo>
                  <a:lnTo>
                    <a:pt x="6248400" y="1190498"/>
                  </a:lnTo>
                  <a:lnTo>
                    <a:pt x="6248400" y="1185926"/>
                  </a:lnTo>
                  <a:lnTo>
                    <a:pt x="6273800" y="1185926"/>
                  </a:lnTo>
                  <a:close/>
                  <a:moveTo>
                    <a:pt x="6223000" y="1185926"/>
                  </a:moveTo>
                  <a:lnTo>
                    <a:pt x="6197600" y="1185926"/>
                  </a:lnTo>
                  <a:lnTo>
                    <a:pt x="6197600" y="1181354"/>
                  </a:lnTo>
                  <a:lnTo>
                    <a:pt x="6223000" y="1181354"/>
                  </a:lnTo>
                  <a:close/>
                  <a:moveTo>
                    <a:pt x="6172200" y="1181354"/>
                  </a:moveTo>
                  <a:lnTo>
                    <a:pt x="6146800" y="1181354"/>
                  </a:lnTo>
                  <a:lnTo>
                    <a:pt x="6146800" y="1176782"/>
                  </a:lnTo>
                  <a:lnTo>
                    <a:pt x="6172200" y="1176782"/>
                  </a:lnTo>
                  <a:close/>
                  <a:moveTo>
                    <a:pt x="6121400" y="1176782"/>
                  </a:moveTo>
                  <a:lnTo>
                    <a:pt x="6096000" y="1176782"/>
                  </a:lnTo>
                  <a:lnTo>
                    <a:pt x="6096000" y="1172210"/>
                  </a:lnTo>
                  <a:lnTo>
                    <a:pt x="6121400" y="1172210"/>
                  </a:lnTo>
                  <a:close/>
                  <a:moveTo>
                    <a:pt x="6070600" y="1172210"/>
                  </a:moveTo>
                  <a:lnTo>
                    <a:pt x="6045200" y="1172210"/>
                  </a:lnTo>
                  <a:lnTo>
                    <a:pt x="6045200" y="1167638"/>
                  </a:lnTo>
                  <a:lnTo>
                    <a:pt x="6070600" y="1167638"/>
                  </a:lnTo>
                  <a:close/>
                  <a:moveTo>
                    <a:pt x="6019800" y="1167638"/>
                  </a:moveTo>
                  <a:lnTo>
                    <a:pt x="5994400" y="1167638"/>
                  </a:lnTo>
                  <a:lnTo>
                    <a:pt x="5994400" y="1163066"/>
                  </a:lnTo>
                  <a:lnTo>
                    <a:pt x="6019800" y="1163066"/>
                  </a:lnTo>
                  <a:close/>
                  <a:moveTo>
                    <a:pt x="5969000" y="1163066"/>
                  </a:moveTo>
                  <a:lnTo>
                    <a:pt x="5943600" y="1163066"/>
                  </a:lnTo>
                  <a:lnTo>
                    <a:pt x="5943600" y="1158494"/>
                  </a:lnTo>
                  <a:lnTo>
                    <a:pt x="5969000" y="1158494"/>
                  </a:lnTo>
                  <a:close/>
                  <a:moveTo>
                    <a:pt x="5918200" y="1158494"/>
                  </a:moveTo>
                  <a:lnTo>
                    <a:pt x="5892800" y="1158494"/>
                  </a:lnTo>
                  <a:lnTo>
                    <a:pt x="5892800" y="1153922"/>
                  </a:lnTo>
                  <a:lnTo>
                    <a:pt x="5918200" y="1153922"/>
                  </a:lnTo>
                  <a:close/>
                  <a:moveTo>
                    <a:pt x="5867400" y="1153922"/>
                  </a:moveTo>
                  <a:lnTo>
                    <a:pt x="5842000" y="1153922"/>
                  </a:lnTo>
                  <a:lnTo>
                    <a:pt x="5842000" y="1149350"/>
                  </a:lnTo>
                  <a:lnTo>
                    <a:pt x="5867400" y="1149350"/>
                  </a:lnTo>
                  <a:close/>
                  <a:moveTo>
                    <a:pt x="5816600" y="1149350"/>
                  </a:moveTo>
                  <a:lnTo>
                    <a:pt x="5791200" y="1149350"/>
                  </a:lnTo>
                  <a:lnTo>
                    <a:pt x="5791200" y="1144778"/>
                  </a:lnTo>
                  <a:lnTo>
                    <a:pt x="5816600" y="1144778"/>
                  </a:lnTo>
                  <a:close/>
                  <a:moveTo>
                    <a:pt x="5765800" y="1144778"/>
                  </a:moveTo>
                  <a:lnTo>
                    <a:pt x="5740400" y="1144778"/>
                  </a:lnTo>
                  <a:lnTo>
                    <a:pt x="5740400" y="1140206"/>
                  </a:lnTo>
                  <a:lnTo>
                    <a:pt x="5765800" y="1140206"/>
                  </a:lnTo>
                  <a:close/>
                  <a:moveTo>
                    <a:pt x="5715000" y="1140206"/>
                  </a:moveTo>
                  <a:lnTo>
                    <a:pt x="5689600" y="1140206"/>
                  </a:lnTo>
                  <a:lnTo>
                    <a:pt x="5689600" y="1135634"/>
                  </a:lnTo>
                  <a:lnTo>
                    <a:pt x="5715000" y="1135634"/>
                  </a:lnTo>
                  <a:close/>
                  <a:moveTo>
                    <a:pt x="5664200" y="1135634"/>
                  </a:moveTo>
                  <a:lnTo>
                    <a:pt x="5638800" y="1135634"/>
                  </a:lnTo>
                  <a:lnTo>
                    <a:pt x="5638800" y="1131062"/>
                  </a:lnTo>
                  <a:lnTo>
                    <a:pt x="5664200" y="1131062"/>
                  </a:lnTo>
                  <a:close/>
                  <a:moveTo>
                    <a:pt x="5613400" y="1131062"/>
                  </a:moveTo>
                  <a:lnTo>
                    <a:pt x="5588000" y="1131062"/>
                  </a:lnTo>
                  <a:lnTo>
                    <a:pt x="5588000" y="1126490"/>
                  </a:lnTo>
                  <a:lnTo>
                    <a:pt x="5613400" y="1126490"/>
                  </a:lnTo>
                  <a:close/>
                  <a:moveTo>
                    <a:pt x="5562600" y="1126490"/>
                  </a:moveTo>
                  <a:lnTo>
                    <a:pt x="5537200" y="1126490"/>
                  </a:lnTo>
                  <a:lnTo>
                    <a:pt x="5537200" y="1121918"/>
                  </a:lnTo>
                  <a:lnTo>
                    <a:pt x="5562600" y="1121918"/>
                  </a:lnTo>
                  <a:close/>
                  <a:moveTo>
                    <a:pt x="5511800" y="1121918"/>
                  </a:moveTo>
                  <a:lnTo>
                    <a:pt x="5486400" y="1121918"/>
                  </a:lnTo>
                  <a:lnTo>
                    <a:pt x="5486400" y="1117346"/>
                  </a:lnTo>
                  <a:lnTo>
                    <a:pt x="5511800" y="1117346"/>
                  </a:lnTo>
                  <a:close/>
                  <a:moveTo>
                    <a:pt x="5461000" y="1117346"/>
                  </a:moveTo>
                  <a:lnTo>
                    <a:pt x="5435600" y="1117346"/>
                  </a:lnTo>
                  <a:lnTo>
                    <a:pt x="5435600" y="1112774"/>
                  </a:lnTo>
                  <a:lnTo>
                    <a:pt x="5461000" y="1112774"/>
                  </a:lnTo>
                  <a:close/>
                  <a:moveTo>
                    <a:pt x="5410200" y="1112774"/>
                  </a:moveTo>
                  <a:lnTo>
                    <a:pt x="5384800" y="1112774"/>
                  </a:lnTo>
                  <a:lnTo>
                    <a:pt x="5384800" y="1108202"/>
                  </a:lnTo>
                  <a:lnTo>
                    <a:pt x="5410200" y="1108202"/>
                  </a:lnTo>
                  <a:close/>
                  <a:moveTo>
                    <a:pt x="5359400" y="1108202"/>
                  </a:moveTo>
                  <a:lnTo>
                    <a:pt x="5334000" y="1108202"/>
                  </a:lnTo>
                  <a:lnTo>
                    <a:pt x="5334000" y="1103630"/>
                  </a:lnTo>
                  <a:lnTo>
                    <a:pt x="5359400" y="1103630"/>
                  </a:lnTo>
                  <a:close/>
                  <a:moveTo>
                    <a:pt x="5308600" y="1103630"/>
                  </a:moveTo>
                  <a:lnTo>
                    <a:pt x="5283200" y="1103630"/>
                  </a:lnTo>
                  <a:lnTo>
                    <a:pt x="5283200" y="1099058"/>
                  </a:lnTo>
                  <a:lnTo>
                    <a:pt x="5308600" y="1099058"/>
                  </a:lnTo>
                  <a:close/>
                  <a:moveTo>
                    <a:pt x="5257800" y="1099058"/>
                  </a:moveTo>
                  <a:lnTo>
                    <a:pt x="5232400" y="1099058"/>
                  </a:lnTo>
                  <a:lnTo>
                    <a:pt x="5232400" y="1094486"/>
                  </a:lnTo>
                  <a:lnTo>
                    <a:pt x="5257800" y="1094486"/>
                  </a:lnTo>
                  <a:close/>
                  <a:moveTo>
                    <a:pt x="5207000" y="1094486"/>
                  </a:moveTo>
                  <a:lnTo>
                    <a:pt x="5181600" y="1094486"/>
                  </a:lnTo>
                  <a:lnTo>
                    <a:pt x="5181600" y="1089914"/>
                  </a:lnTo>
                  <a:lnTo>
                    <a:pt x="5207000" y="1089914"/>
                  </a:lnTo>
                  <a:close/>
                  <a:moveTo>
                    <a:pt x="5156200" y="1089914"/>
                  </a:moveTo>
                  <a:lnTo>
                    <a:pt x="5130800" y="1089914"/>
                  </a:lnTo>
                  <a:lnTo>
                    <a:pt x="5130800" y="1085342"/>
                  </a:lnTo>
                  <a:lnTo>
                    <a:pt x="5156200" y="1085342"/>
                  </a:lnTo>
                  <a:close/>
                  <a:moveTo>
                    <a:pt x="5105400" y="1085342"/>
                  </a:moveTo>
                  <a:lnTo>
                    <a:pt x="5080000" y="1085342"/>
                  </a:lnTo>
                  <a:lnTo>
                    <a:pt x="5080000" y="1080770"/>
                  </a:lnTo>
                  <a:lnTo>
                    <a:pt x="5105400" y="1080770"/>
                  </a:lnTo>
                  <a:close/>
                  <a:moveTo>
                    <a:pt x="5054600" y="1080770"/>
                  </a:moveTo>
                  <a:lnTo>
                    <a:pt x="5029200" y="1080770"/>
                  </a:lnTo>
                  <a:lnTo>
                    <a:pt x="5029200" y="1076198"/>
                  </a:lnTo>
                  <a:lnTo>
                    <a:pt x="5054600" y="1076198"/>
                  </a:lnTo>
                  <a:close/>
                  <a:moveTo>
                    <a:pt x="5003800" y="1076198"/>
                  </a:moveTo>
                  <a:lnTo>
                    <a:pt x="4978400" y="1076198"/>
                  </a:lnTo>
                  <a:lnTo>
                    <a:pt x="4978400" y="1071626"/>
                  </a:lnTo>
                  <a:lnTo>
                    <a:pt x="5003800" y="1071626"/>
                  </a:lnTo>
                  <a:close/>
                  <a:moveTo>
                    <a:pt x="4953000" y="1071626"/>
                  </a:moveTo>
                  <a:lnTo>
                    <a:pt x="4927600" y="1071626"/>
                  </a:lnTo>
                  <a:lnTo>
                    <a:pt x="4927600" y="1067054"/>
                  </a:lnTo>
                  <a:lnTo>
                    <a:pt x="4953000" y="1067054"/>
                  </a:lnTo>
                  <a:close/>
                  <a:moveTo>
                    <a:pt x="4902200" y="1067054"/>
                  </a:moveTo>
                  <a:lnTo>
                    <a:pt x="4876800" y="1067054"/>
                  </a:lnTo>
                  <a:lnTo>
                    <a:pt x="4876800" y="1062482"/>
                  </a:lnTo>
                  <a:lnTo>
                    <a:pt x="4902200" y="1062482"/>
                  </a:lnTo>
                  <a:close/>
                  <a:moveTo>
                    <a:pt x="4851400" y="1062482"/>
                  </a:moveTo>
                  <a:lnTo>
                    <a:pt x="4826000" y="1062482"/>
                  </a:lnTo>
                  <a:lnTo>
                    <a:pt x="4826000" y="1057910"/>
                  </a:lnTo>
                  <a:lnTo>
                    <a:pt x="4851400" y="1057910"/>
                  </a:lnTo>
                  <a:close/>
                  <a:moveTo>
                    <a:pt x="4800600" y="1057910"/>
                  </a:moveTo>
                  <a:lnTo>
                    <a:pt x="4775200" y="1057910"/>
                  </a:lnTo>
                  <a:lnTo>
                    <a:pt x="4775200" y="1053338"/>
                  </a:lnTo>
                  <a:lnTo>
                    <a:pt x="4800600" y="1053338"/>
                  </a:lnTo>
                  <a:close/>
                  <a:moveTo>
                    <a:pt x="4749800" y="1053338"/>
                  </a:moveTo>
                  <a:lnTo>
                    <a:pt x="4724400" y="1053338"/>
                  </a:lnTo>
                  <a:lnTo>
                    <a:pt x="4724400" y="1048766"/>
                  </a:lnTo>
                  <a:lnTo>
                    <a:pt x="4749800" y="1048766"/>
                  </a:lnTo>
                  <a:close/>
                  <a:moveTo>
                    <a:pt x="4699000" y="1048766"/>
                  </a:moveTo>
                  <a:lnTo>
                    <a:pt x="4673600" y="1048766"/>
                  </a:lnTo>
                  <a:lnTo>
                    <a:pt x="4673600" y="1044194"/>
                  </a:lnTo>
                  <a:lnTo>
                    <a:pt x="4699000" y="1044194"/>
                  </a:lnTo>
                  <a:close/>
                  <a:moveTo>
                    <a:pt x="4648200" y="1044194"/>
                  </a:moveTo>
                  <a:lnTo>
                    <a:pt x="4622800" y="1044194"/>
                  </a:lnTo>
                  <a:lnTo>
                    <a:pt x="4622800" y="1039622"/>
                  </a:lnTo>
                  <a:lnTo>
                    <a:pt x="4648200" y="1039622"/>
                  </a:lnTo>
                  <a:close/>
                  <a:moveTo>
                    <a:pt x="4597400" y="1039622"/>
                  </a:moveTo>
                  <a:lnTo>
                    <a:pt x="4572000" y="1039622"/>
                  </a:lnTo>
                  <a:lnTo>
                    <a:pt x="4572000" y="1035050"/>
                  </a:lnTo>
                  <a:lnTo>
                    <a:pt x="4597400" y="1035050"/>
                  </a:lnTo>
                  <a:close/>
                  <a:moveTo>
                    <a:pt x="4546600" y="1035050"/>
                  </a:moveTo>
                  <a:lnTo>
                    <a:pt x="4521200" y="1035050"/>
                  </a:lnTo>
                  <a:lnTo>
                    <a:pt x="4521200" y="1030478"/>
                  </a:lnTo>
                  <a:lnTo>
                    <a:pt x="4546600" y="1030478"/>
                  </a:lnTo>
                  <a:close/>
                  <a:moveTo>
                    <a:pt x="4495800" y="1030478"/>
                  </a:moveTo>
                  <a:lnTo>
                    <a:pt x="4470400" y="1030478"/>
                  </a:lnTo>
                  <a:lnTo>
                    <a:pt x="4470400" y="1025906"/>
                  </a:lnTo>
                  <a:lnTo>
                    <a:pt x="4495800" y="1025906"/>
                  </a:lnTo>
                  <a:close/>
                  <a:moveTo>
                    <a:pt x="4445000" y="1025906"/>
                  </a:moveTo>
                  <a:lnTo>
                    <a:pt x="4419600" y="1025906"/>
                  </a:lnTo>
                  <a:lnTo>
                    <a:pt x="4419600" y="1021334"/>
                  </a:lnTo>
                  <a:lnTo>
                    <a:pt x="4445000" y="1021334"/>
                  </a:lnTo>
                  <a:close/>
                  <a:moveTo>
                    <a:pt x="4394200" y="1021334"/>
                  </a:moveTo>
                  <a:lnTo>
                    <a:pt x="4368800" y="1021334"/>
                  </a:lnTo>
                  <a:lnTo>
                    <a:pt x="4368800" y="1016762"/>
                  </a:lnTo>
                  <a:lnTo>
                    <a:pt x="4394200" y="1016762"/>
                  </a:lnTo>
                  <a:close/>
                  <a:moveTo>
                    <a:pt x="4343400" y="1016762"/>
                  </a:moveTo>
                  <a:lnTo>
                    <a:pt x="4318000" y="1016762"/>
                  </a:lnTo>
                  <a:lnTo>
                    <a:pt x="4318000" y="1012190"/>
                  </a:lnTo>
                  <a:lnTo>
                    <a:pt x="4343400" y="1012190"/>
                  </a:lnTo>
                  <a:close/>
                  <a:moveTo>
                    <a:pt x="4292600" y="1012190"/>
                  </a:moveTo>
                  <a:lnTo>
                    <a:pt x="4267200" y="1012190"/>
                  </a:lnTo>
                  <a:lnTo>
                    <a:pt x="4267200" y="1007618"/>
                  </a:lnTo>
                  <a:lnTo>
                    <a:pt x="4292600" y="1007618"/>
                  </a:lnTo>
                  <a:close/>
                  <a:moveTo>
                    <a:pt x="4241800" y="1007618"/>
                  </a:moveTo>
                  <a:lnTo>
                    <a:pt x="4216400" y="1007618"/>
                  </a:lnTo>
                  <a:lnTo>
                    <a:pt x="4216400" y="1003046"/>
                  </a:lnTo>
                  <a:lnTo>
                    <a:pt x="4241800" y="1003046"/>
                  </a:lnTo>
                  <a:close/>
                  <a:moveTo>
                    <a:pt x="4191000" y="1003046"/>
                  </a:moveTo>
                  <a:lnTo>
                    <a:pt x="4165600" y="1003046"/>
                  </a:lnTo>
                  <a:lnTo>
                    <a:pt x="4165600" y="998474"/>
                  </a:lnTo>
                  <a:lnTo>
                    <a:pt x="4191000" y="998474"/>
                  </a:lnTo>
                  <a:close/>
                  <a:moveTo>
                    <a:pt x="4140200" y="998474"/>
                  </a:moveTo>
                  <a:lnTo>
                    <a:pt x="4114800" y="998474"/>
                  </a:lnTo>
                  <a:lnTo>
                    <a:pt x="4114800" y="993902"/>
                  </a:lnTo>
                  <a:lnTo>
                    <a:pt x="4140200" y="993902"/>
                  </a:lnTo>
                  <a:close/>
                  <a:moveTo>
                    <a:pt x="4089400" y="993902"/>
                  </a:moveTo>
                  <a:lnTo>
                    <a:pt x="4064000" y="993902"/>
                  </a:lnTo>
                  <a:lnTo>
                    <a:pt x="4064000" y="989330"/>
                  </a:lnTo>
                  <a:lnTo>
                    <a:pt x="4089400" y="989330"/>
                  </a:lnTo>
                  <a:close/>
                  <a:moveTo>
                    <a:pt x="4038600" y="989330"/>
                  </a:moveTo>
                  <a:lnTo>
                    <a:pt x="4013200" y="989330"/>
                  </a:lnTo>
                  <a:lnTo>
                    <a:pt x="4013200" y="984758"/>
                  </a:lnTo>
                  <a:lnTo>
                    <a:pt x="4038600" y="984758"/>
                  </a:lnTo>
                  <a:close/>
                  <a:moveTo>
                    <a:pt x="3987800" y="984758"/>
                  </a:moveTo>
                  <a:lnTo>
                    <a:pt x="3962400" y="984758"/>
                  </a:lnTo>
                  <a:lnTo>
                    <a:pt x="3962400" y="980186"/>
                  </a:lnTo>
                  <a:lnTo>
                    <a:pt x="3987800" y="980186"/>
                  </a:lnTo>
                  <a:close/>
                  <a:moveTo>
                    <a:pt x="3937000" y="980186"/>
                  </a:moveTo>
                  <a:lnTo>
                    <a:pt x="3911600" y="980186"/>
                  </a:lnTo>
                  <a:lnTo>
                    <a:pt x="3911600" y="975614"/>
                  </a:lnTo>
                  <a:lnTo>
                    <a:pt x="3937000" y="975614"/>
                  </a:lnTo>
                  <a:close/>
                  <a:moveTo>
                    <a:pt x="3886200" y="975614"/>
                  </a:moveTo>
                  <a:lnTo>
                    <a:pt x="3860800" y="975614"/>
                  </a:lnTo>
                  <a:lnTo>
                    <a:pt x="3860800" y="971042"/>
                  </a:lnTo>
                  <a:lnTo>
                    <a:pt x="3886200" y="971042"/>
                  </a:lnTo>
                  <a:close/>
                  <a:moveTo>
                    <a:pt x="3835400" y="971042"/>
                  </a:moveTo>
                  <a:lnTo>
                    <a:pt x="3810000" y="971042"/>
                  </a:lnTo>
                  <a:lnTo>
                    <a:pt x="3810000" y="966470"/>
                  </a:lnTo>
                  <a:lnTo>
                    <a:pt x="3835400" y="966470"/>
                  </a:lnTo>
                  <a:close/>
                  <a:moveTo>
                    <a:pt x="3784600" y="966470"/>
                  </a:moveTo>
                  <a:lnTo>
                    <a:pt x="3759200" y="966470"/>
                  </a:lnTo>
                  <a:lnTo>
                    <a:pt x="3759200" y="961898"/>
                  </a:lnTo>
                  <a:lnTo>
                    <a:pt x="3784600" y="961898"/>
                  </a:lnTo>
                  <a:close/>
                  <a:moveTo>
                    <a:pt x="3733800" y="961898"/>
                  </a:moveTo>
                  <a:lnTo>
                    <a:pt x="3708400" y="961898"/>
                  </a:lnTo>
                  <a:lnTo>
                    <a:pt x="3708400" y="957326"/>
                  </a:lnTo>
                  <a:lnTo>
                    <a:pt x="3733800" y="957326"/>
                  </a:lnTo>
                  <a:close/>
                  <a:moveTo>
                    <a:pt x="3683000" y="957326"/>
                  </a:moveTo>
                  <a:lnTo>
                    <a:pt x="3657600" y="957326"/>
                  </a:lnTo>
                  <a:lnTo>
                    <a:pt x="3657600" y="952754"/>
                  </a:lnTo>
                  <a:lnTo>
                    <a:pt x="3683000" y="952754"/>
                  </a:lnTo>
                  <a:close/>
                  <a:moveTo>
                    <a:pt x="3632200" y="952754"/>
                  </a:moveTo>
                  <a:lnTo>
                    <a:pt x="3606800" y="952754"/>
                  </a:lnTo>
                  <a:lnTo>
                    <a:pt x="3606800" y="948182"/>
                  </a:lnTo>
                  <a:lnTo>
                    <a:pt x="3632200" y="948182"/>
                  </a:lnTo>
                  <a:close/>
                  <a:moveTo>
                    <a:pt x="3581400" y="948182"/>
                  </a:moveTo>
                  <a:lnTo>
                    <a:pt x="3556000" y="948182"/>
                  </a:lnTo>
                  <a:lnTo>
                    <a:pt x="3556000" y="943610"/>
                  </a:lnTo>
                  <a:lnTo>
                    <a:pt x="3581400" y="943610"/>
                  </a:lnTo>
                  <a:close/>
                  <a:moveTo>
                    <a:pt x="3530600" y="943610"/>
                  </a:moveTo>
                  <a:lnTo>
                    <a:pt x="3505200" y="943610"/>
                  </a:lnTo>
                  <a:lnTo>
                    <a:pt x="3505200" y="939038"/>
                  </a:lnTo>
                  <a:lnTo>
                    <a:pt x="3530600" y="939038"/>
                  </a:lnTo>
                  <a:close/>
                  <a:moveTo>
                    <a:pt x="3479800" y="939038"/>
                  </a:moveTo>
                  <a:lnTo>
                    <a:pt x="3454400" y="939038"/>
                  </a:lnTo>
                  <a:lnTo>
                    <a:pt x="3454400" y="934466"/>
                  </a:lnTo>
                  <a:lnTo>
                    <a:pt x="3479800" y="934466"/>
                  </a:lnTo>
                  <a:close/>
                  <a:moveTo>
                    <a:pt x="3429000" y="934466"/>
                  </a:moveTo>
                  <a:lnTo>
                    <a:pt x="3403600" y="934466"/>
                  </a:lnTo>
                  <a:lnTo>
                    <a:pt x="3403600" y="929894"/>
                  </a:lnTo>
                  <a:lnTo>
                    <a:pt x="3429000" y="929894"/>
                  </a:lnTo>
                  <a:close/>
                  <a:moveTo>
                    <a:pt x="3378200" y="929894"/>
                  </a:moveTo>
                  <a:lnTo>
                    <a:pt x="3352800" y="929894"/>
                  </a:lnTo>
                  <a:lnTo>
                    <a:pt x="3352800" y="925322"/>
                  </a:lnTo>
                  <a:lnTo>
                    <a:pt x="3378200" y="925322"/>
                  </a:lnTo>
                  <a:close/>
                  <a:moveTo>
                    <a:pt x="3327400" y="925322"/>
                  </a:moveTo>
                  <a:lnTo>
                    <a:pt x="3302000" y="925322"/>
                  </a:lnTo>
                  <a:lnTo>
                    <a:pt x="3302000" y="920750"/>
                  </a:lnTo>
                  <a:lnTo>
                    <a:pt x="3327400" y="920750"/>
                  </a:lnTo>
                  <a:close/>
                  <a:moveTo>
                    <a:pt x="3276600" y="920750"/>
                  </a:moveTo>
                  <a:lnTo>
                    <a:pt x="3251200" y="920750"/>
                  </a:lnTo>
                  <a:lnTo>
                    <a:pt x="3251200" y="916178"/>
                  </a:lnTo>
                  <a:lnTo>
                    <a:pt x="3276600" y="916178"/>
                  </a:lnTo>
                  <a:close/>
                  <a:moveTo>
                    <a:pt x="3225800" y="916178"/>
                  </a:moveTo>
                  <a:lnTo>
                    <a:pt x="3200400" y="916178"/>
                  </a:lnTo>
                  <a:lnTo>
                    <a:pt x="3200400" y="911606"/>
                  </a:lnTo>
                  <a:lnTo>
                    <a:pt x="3225800" y="911606"/>
                  </a:lnTo>
                  <a:close/>
                  <a:moveTo>
                    <a:pt x="3175000" y="911606"/>
                  </a:moveTo>
                  <a:lnTo>
                    <a:pt x="3149600" y="911606"/>
                  </a:lnTo>
                  <a:lnTo>
                    <a:pt x="3149600" y="907034"/>
                  </a:lnTo>
                  <a:lnTo>
                    <a:pt x="3175000" y="907034"/>
                  </a:lnTo>
                  <a:close/>
                  <a:moveTo>
                    <a:pt x="3124200" y="907034"/>
                  </a:moveTo>
                  <a:lnTo>
                    <a:pt x="3098800" y="907034"/>
                  </a:lnTo>
                  <a:lnTo>
                    <a:pt x="3098800" y="902462"/>
                  </a:lnTo>
                  <a:lnTo>
                    <a:pt x="3124200" y="902462"/>
                  </a:lnTo>
                  <a:close/>
                  <a:moveTo>
                    <a:pt x="3073400" y="902462"/>
                  </a:moveTo>
                  <a:lnTo>
                    <a:pt x="3048000" y="902462"/>
                  </a:lnTo>
                  <a:lnTo>
                    <a:pt x="3048000" y="897890"/>
                  </a:lnTo>
                  <a:lnTo>
                    <a:pt x="3073400" y="897890"/>
                  </a:lnTo>
                  <a:close/>
                  <a:moveTo>
                    <a:pt x="3022600" y="897890"/>
                  </a:moveTo>
                  <a:lnTo>
                    <a:pt x="2997200" y="897890"/>
                  </a:lnTo>
                  <a:lnTo>
                    <a:pt x="2997200" y="893318"/>
                  </a:lnTo>
                  <a:lnTo>
                    <a:pt x="3022600" y="893318"/>
                  </a:lnTo>
                  <a:close/>
                  <a:moveTo>
                    <a:pt x="2971800" y="893318"/>
                  </a:moveTo>
                  <a:lnTo>
                    <a:pt x="2946400" y="893318"/>
                  </a:lnTo>
                  <a:lnTo>
                    <a:pt x="2946400" y="888746"/>
                  </a:lnTo>
                  <a:lnTo>
                    <a:pt x="2971800" y="888746"/>
                  </a:lnTo>
                  <a:close/>
                  <a:moveTo>
                    <a:pt x="2921000" y="888746"/>
                  </a:moveTo>
                  <a:lnTo>
                    <a:pt x="2895600" y="888746"/>
                  </a:lnTo>
                  <a:lnTo>
                    <a:pt x="2895600" y="884174"/>
                  </a:lnTo>
                  <a:lnTo>
                    <a:pt x="2921000" y="884174"/>
                  </a:lnTo>
                  <a:close/>
                  <a:moveTo>
                    <a:pt x="2870200" y="884174"/>
                  </a:moveTo>
                  <a:lnTo>
                    <a:pt x="2844800" y="884174"/>
                  </a:lnTo>
                  <a:lnTo>
                    <a:pt x="2844800" y="879602"/>
                  </a:lnTo>
                  <a:lnTo>
                    <a:pt x="2870200" y="879602"/>
                  </a:lnTo>
                  <a:close/>
                  <a:moveTo>
                    <a:pt x="2819400" y="879602"/>
                  </a:moveTo>
                  <a:lnTo>
                    <a:pt x="2794000" y="879602"/>
                  </a:lnTo>
                  <a:lnTo>
                    <a:pt x="2794000" y="875030"/>
                  </a:lnTo>
                  <a:lnTo>
                    <a:pt x="2819400" y="875030"/>
                  </a:lnTo>
                  <a:close/>
                  <a:moveTo>
                    <a:pt x="2768600" y="875030"/>
                  </a:moveTo>
                  <a:lnTo>
                    <a:pt x="2743200" y="875030"/>
                  </a:lnTo>
                  <a:lnTo>
                    <a:pt x="2743200" y="870458"/>
                  </a:lnTo>
                  <a:lnTo>
                    <a:pt x="2768600" y="870458"/>
                  </a:lnTo>
                  <a:close/>
                  <a:moveTo>
                    <a:pt x="2717800" y="870458"/>
                  </a:moveTo>
                  <a:lnTo>
                    <a:pt x="2692400" y="870458"/>
                  </a:lnTo>
                  <a:lnTo>
                    <a:pt x="2692400" y="865886"/>
                  </a:lnTo>
                  <a:lnTo>
                    <a:pt x="2717800" y="865886"/>
                  </a:lnTo>
                  <a:close/>
                  <a:moveTo>
                    <a:pt x="2667000" y="865886"/>
                  </a:moveTo>
                  <a:lnTo>
                    <a:pt x="2641600" y="865886"/>
                  </a:lnTo>
                  <a:lnTo>
                    <a:pt x="2641600" y="861314"/>
                  </a:lnTo>
                  <a:lnTo>
                    <a:pt x="2667000" y="861314"/>
                  </a:lnTo>
                  <a:close/>
                  <a:moveTo>
                    <a:pt x="2616200" y="861314"/>
                  </a:moveTo>
                  <a:lnTo>
                    <a:pt x="2590800" y="861314"/>
                  </a:lnTo>
                  <a:lnTo>
                    <a:pt x="2590800" y="856742"/>
                  </a:lnTo>
                  <a:lnTo>
                    <a:pt x="2616200" y="856742"/>
                  </a:lnTo>
                  <a:close/>
                  <a:moveTo>
                    <a:pt x="2565400" y="856742"/>
                  </a:moveTo>
                  <a:lnTo>
                    <a:pt x="2540000" y="856742"/>
                  </a:lnTo>
                  <a:lnTo>
                    <a:pt x="2540000" y="852170"/>
                  </a:lnTo>
                  <a:lnTo>
                    <a:pt x="2565400" y="852170"/>
                  </a:lnTo>
                  <a:close/>
                  <a:moveTo>
                    <a:pt x="2514600" y="852170"/>
                  </a:moveTo>
                  <a:lnTo>
                    <a:pt x="2489200" y="852170"/>
                  </a:lnTo>
                  <a:lnTo>
                    <a:pt x="2489200" y="847598"/>
                  </a:lnTo>
                  <a:lnTo>
                    <a:pt x="2514600" y="847598"/>
                  </a:lnTo>
                  <a:close/>
                  <a:moveTo>
                    <a:pt x="2463800" y="847598"/>
                  </a:moveTo>
                  <a:lnTo>
                    <a:pt x="2438400" y="847598"/>
                  </a:lnTo>
                  <a:lnTo>
                    <a:pt x="2438400" y="843026"/>
                  </a:lnTo>
                  <a:lnTo>
                    <a:pt x="2463800" y="843026"/>
                  </a:lnTo>
                  <a:close/>
                  <a:moveTo>
                    <a:pt x="2413000" y="843026"/>
                  </a:moveTo>
                  <a:lnTo>
                    <a:pt x="2387600" y="843026"/>
                  </a:lnTo>
                  <a:lnTo>
                    <a:pt x="2387600" y="838454"/>
                  </a:lnTo>
                  <a:lnTo>
                    <a:pt x="2413000" y="838454"/>
                  </a:lnTo>
                  <a:close/>
                  <a:moveTo>
                    <a:pt x="2362200" y="838454"/>
                  </a:moveTo>
                  <a:lnTo>
                    <a:pt x="2336800" y="838454"/>
                  </a:lnTo>
                  <a:lnTo>
                    <a:pt x="2336800" y="833882"/>
                  </a:lnTo>
                  <a:lnTo>
                    <a:pt x="2362200" y="833882"/>
                  </a:lnTo>
                  <a:close/>
                  <a:moveTo>
                    <a:pt x="2311400" y="833882"/>
                  </a:moveTo>
                  <a:lnTo>
                    <a:pt x="2286000" y="833882"/>
                  </a:lnTo>
                  <a:lnTo>
                    <a:pt x="2286000" y="829310"/>
                  </a:lnTo>
                  <a:lnTo>
                    <a:pt x="2311400" y="829310"/>
                  </a:lnTo>
                  <a:close/>
                  <a:moveTo>
                    <a:pt x="2260600" y="829310"/>
                  </a:moveTo>
                  <a:lnTo>
                    <a:pt x="2235200" y="829310"/>
                  </a:lnTo>
                  <a:lnTo>
                    <a:pt x="2235200" y="824738"/>
                  </a:lnTo>
                  <a:lnTo>
                    <a:pt x="2260600" y="824738"/>
                  </a:lnTo>
                  <a:close/>
                  <a:moveTo>
                    <a:pt x="2209800" y="824738"/>
                  </a:moveTo>
                  <a:lnTo>
                    <a:pt x="2184400" y="824738"/>
                  </a:lnTo>
                  <a:lnTo>
                    <a:pt x="2184400" y="820166"/>
                  </a:lnTo>
                  <a:lnTo>
                    <a:pt x="2209800" y="820166"/>
                  </a:lnTo>
                  <a:close/>
                  <a:moveTo>
                    <a:pt x="2159000" y="820166"/>
                  </a:moveTo>
                  <a:lnTo>
                    <a:pt x="2133600" y="820166"/>
                  </a:lnTo>
                  <a:lnTo>
                    <a:pt x="2133600" y="815594"/>
                  </a:lnTo>
                  <a:lnTo>
                    <a:pt x="2159000" y="815594"/>
                  </a:lnTo>
                  <a:close/>
                  <a:moveTo>
                    <a:pt x="2108200" y="815594"/>
                  </a:moveTo>
                  <a:lnTo>
                    <a:pt x="2082800" y="815594"/>
                  </a:lnTo>
                  <a:lnTo>
                    <a:pt x="2082800" y="811022"/>
                  </a:lnTo>
                  <a:lnTo>
                    <a:pt x="2108200" y="811022"/>
                  </a:lnTo>
                  <a:close/>
                  <a:moveTo>
                    <a:pt x="2057400" y="811022"/>
                  </a:moveTo>
                  <a:lnTo>
                    <a:pt x="2032000" y="811022"/>
                  </a:lnTo>
                  <a:lnTo>
                    <a:pt x="2032000" y="806450"/>
                  </a:lnTo>
                  <a:lnTo>
                    <a:pt x="2057400" y="806450"/>
                  </a:lnTo>
                  <a:close/>
                  <a:moveTo>
                    <a:pt x="2006600" y="806450"/>
                  </a:moveTo>
                  <a:lnTo>
                    <a:pt x="1981200" y="806450"/>
                  </a:lnTo>
                  <a:lnTo>
                    <a:pt x="1981200" y="801878"/>
                  </a:lnTo>
                  <a:lnTo>
                    <a:pt x="2006600" y="801878"/>
                  </a:lnTo>
                  <a:close/>
                  <a:moveTo>
                    <a:pt x="1955800" y="801878"/>
                  </a:moveTo>
                  <a:lnTo>
                    <a:pt x="1930400" y="801878"/>
                  </a:lnTo>
                  <a:lnTo>
                    <a:pt x="1930400" y="797306"/>
                  </a:lnTo>
                  <a:lnTo>
                    <a:pt x="1955800" y="797306"/>
                  </a:lnTo>
                  <a:close/>
                  <a:moveTo>
                    <a:pt x="1905000" y="797306"/>
                  </a:moveTo>
                  <a:lnTo>
                    <a:pt x="1879600" y="797306"/>
                  </a:lnTo>
                  <a:lnTo>
                    <a:pt x="1879600" y="792734"/>
                  </a:lnTo>
                  <a:lnTo>
                    <a:pt x="1905000" y="792734"/>
                  </a:lnTo>
                  <a:close/>
                  <a:moveTo>
                    <a:pt x="1854200" y="792734"/>
                  </a:moveTo>
                  <a:lnTo>
                    <a:pt x="1828800" y="792734"/>
                  </a:lnTo>
                  <a:lnTo>
                    <a:pt x="1828800" y="788162"/>
                  </a:lnTo>
                  <a:lnTo>
                    <a:pt x="1854200" y="788162"/>
                  </a:lnTo>
                  <a:close/>
                  <a:moveTo>
                    <a:pt x="1803400" y="788162"/>
                  </a:moveTo>
                  <a:lnTo>
                    <a:pt x="1778000" y="788162"/>
                  </a:lnTo>
                  <a:lnTo>
                    <a:pt x="1778000" y="783590"/>
                  </a:lnTo>
                  <a:lnTo>
                    <a:pt x="1803400" y="783590"/>
                  </a:lnTo>
                  <a:close/>
                  <a:moveTo>
                    <a:pt x="1752600" y="783590"/>
                  </a:moveTo>
                  <a:lnTo>
                    <a:pt x="1727200" y="783590"/>
                  </a:lnTo>
                  <a:lnTo>
                    <a:pt x="1727200" y="779018"/>
                  </a:lnTo>
                  <a:lnTo>
                    <a:pt x="1752600" y="779018"/>
                  </a:lnTo>
                  <a:close/>
                  <a:moveTo>
                    <a:pt x="1701800" y="779018"/>
                  </a:moveTo>
                  <a:lnTo>
                    <a:pt x="1676400" y="779018"/>
                  </a:lnTo>
                  <a:lnTo>
                    <a:pt x="1676400" y="774446"/>
                  </a:lnTo>
                  <a:lnTo>
                    <a:pt x="1701800" y="774446"/>
                  </a:lnTo>
                  <a:close/>
                  <a:moveTo>
                    <a:pt x="1651000" y="774446"/>
                  </a:moveTo>
                  <a:lnTo>
                    <a:pt x="1625600" y="774446"/>
                  </a:lnTo>
                  <a:lnTo>
                    <a:pt x="1625600" y="769874"/>
                  </a:lnTo>
                  <a:lnTo>
                    <a:pt x="1651000" y="769874"/>
                  </a:lnTo>
                  <a:close/>
                  <a:moveTo>
                    <a:pt x="1600200" y="769874"/>
                  </a:moveTo>
                  <a:lnTo>
                    <a:pt x="1574800" y="769874"/>
                  </a:lnTo>
                  <a:lnTo>
                    <a:pt x="1574800" y="765302"/>
                  </a:lnTo>
                  <a:lnTo>
                    <a:pt x="1600200" y="765302"/>
                  </a:lnTo>
                  <a:close/>
                  <a:moveTo>
                    <a:pt x="1549400" y="765302"/>
                  </a:moveTo>
                  <a:lnTo>
                    <a:pt x="1524000" y="765302"/>
                  </a:lnTo>
                  <a:lnTo>
                    <a:pt x="1524000" y="760730"/>
                  </a:lnTo>
                  <a:lnTo>
                    <a:pt x="1549400" y="760730"/>
                  </a:lnTo>
                  <a:close/>
                  <a:moveTo>
                    <a:pt x="1498600" y="760730"/>
                  </a:moveTo>
                  <a:lnTo>
                    <a:pt x="1473200" y="760730"/>
                  </a:lnTo>
                  <a:lnTo>
                    <a:pt x="1473200" y="756158"/>
                  </a:lnTo>
                  <a:lnTo>
                    <a:pt x="1498600" y="756158"/>
                  </a:lnTo>
                  <a:close/>
                  <a:moveTo>
                    <a:pt x="1447800" y="756158"/>
                  </a:moveTo>
                  <a:lnTo>
                    <a:pt x="1422400" y="756158"/>
                  </a:lnTo>
                  <a:lnTo>
                    <a:pt x="1422400" y="751586"/>
                  </a:lnTo>
                  <a:lnTo>
                    <a:pt x="1447800" y="751586"/>
                  </a:lnTo>
                  <a:close/>
                  <a:moveTo>
                    <a:pt x="1397000" y="751586"/>
                  </a:moveTo>
                  <a:lnTo>
                    <a:pt x="1371600" y="751586"/>
                  </a:lnTo>
                  <a:lnTo>
                    <a:pt x="1371600" y="747014"/>
                  </a:lnTo>
                  <a:lnTo>
                    <a:pt x="1397000" y="747014"/>
                  </a:lnTo>
                  <a:close/>
                  <a:moveTo>
                    <a:pt x="1346200" y="747014"/>
                  </a:moveTo>
                  <a:lnTo>
                    <a:pt x="1320800" y="747014"/>
                  </a:lnTo>
                  <a:lnTo>
                    <a:pt x="1320800" y="742442"/>
                  </a:lnTo>
                  <a:lnTo>
                    <a:pt x="1346200" y="742442"/>
                  </a:lnTo>
                  <a:close/>
                  <a:moveTo>
                    <a:pt x="1295400" y="742442"/>
                  </a:moveTo>
                  <a:lnTo>
                    <a:pt x="1270000" y="742442"/>
                  </a:lnTo>
                  <a:lnTo>
                    <a:pt x="1270000" y="737870"/>
                  </a:lnTo>
                  <a:lnTo>
                    <a:pt x="1295400" y="737870"/>
                  </a:lnTo>
                  <a:close/>
                  <a:moveTo>
                    <a:pt x="1244600" y="737870"/>
                  </a:moveTo>
                  <a:lnTo>
                    <a:pt x="1219200" y="737870"/>
                  </a:lnTo>
                  <a:lnTo>
                    <a:pt x="1219200" y="733298"/>
                  </a:lnTo>
                  <a:lnTo>
                    <a:pt x="1244600" y="733298"/>
                  </a:lnTo>
                  <a:close/>
                  <a:moveTo>
                    <a:pt x="1193800" y="733298"/>
                  </a:moveTo>
                  <a:lnTo>
                    <a:pt x="1168400" y="733298"/>
                  </a:lnTo>
                  <a:lnTo>
                    <a:pt x="1168400" y="728726"/>
                  </a:lnTo>
                  <a:lnTo>
                    <a:pt x="1193800" y="728726"/>
                  </a:lnTo>
                  <a:close/>
                  <a:moveTo>
                    <a:pt x="1143000" y="728726"/>
                  </a:moveTo>
                  <a:lnTo>
                    <a:pt x="1117600" y="728726"/>
                  </a:lnTo>
                  <a:lnTo>
                    <a:pt x="1117600" y="724154"/>
                  </a:lnTo>
                  <a:lnTo>
                    <a:pt x="1143000" y="724154"/>
                  </a:lnTo>
                  <a:close/>
                  <a:moveTo>
                    <a:pt x="1092200" y="724154"/>
                  </a:moveTo>
                  <a:lnTo>
                    <a:pt x="1066800" y="724154"/>
                  </a:lnTo>
                  <a:lnTo>
                    <a:pt x="1066800" y="719582"/>
                  </a:lnTo>
                  <a:lnTo>
                    <a:pt x="1092200" y="719582"/>
                  </a:lnTo>
                  <a:close/>
                  <a:moveTo>
                    <a:pt x="1041400" y="719582"/>
                  </a:moveTo>
                  <a:lnTo>
                    <a:pt x="1016000" y="719582"/>
                  </a:lnTo>
                  <a:lnTo>
                    <a:pt x="1016000" y="715010"/>
                  </a:lnTo>
                  <a:lnTo>
                    <a:pt x="1041400" y="715010"/>
                  </a:lnTo>
                  <a:close/>
                  <a:moveTo>
                    <a:pt x="990600" y="715010"/>
                  </a:moveTo>
                  <a:lnTo>
                    <a:pt x="965200" y="715010"/>
                  </a:lnTo>
                  <a:lnTo>
                    <a:pt x="965200" y="710438"/>
                  </a:lnTo>
                  <a:lnTo>
                    <a:pt x="990600" y="710438"/>
                  </a:lnTo>
                  <a:close/>
                  <a:moveTo>
                    <a:pt x="939800" y="710438"/>
                  </a:moveTo>
                  <a:lnTo>
                    <a:pt x="914400" y="710438"/>
                  </a:lnTo>
                  <a:lnTo>
                    <a:pt x="914400" y="705866"/>
                  </a:lnTo>
                  <a:lnTo>
                    <a:pt x="939800" y="705866"/>
                  </a:lnTo>
                  <a:close/>
                  <a:moveTo>
                    <a:pt x="889000" y="705866"/>
                  </a:moveTo>
                  <a:lnTo>
                    <a:pt x="863600" y="705866"/>
                  </a:lnTo>
                  <a:lnTo>
                    <a:pt x="863600" y="701294"/>
                  </a:lnTo>
                  <a:lnTo>
                    <a:pt x="889000" y="701294"/>
                  </a:lnTo>
                  <a:close/>
                  <a:moveTo>
                    <a:pt x="838200" y="701294"/>
                  </a:moveTo>
                  <a:lnTo>
                    <a:pt x="812800" y="701294"/>
                  </a:lnTo>
                  <a:lnTo>
                    <a:pt x="812800" y="696722"/>
                  </a:lnTo>
                  <a:lnTo>
                    <a:pt x="838200" y="696722"/>
                  </a:lnTo>
                  <a:close/>
                  <a:moveTo>
                    <a:pt x="787400" y="696722"/>
                  </a:moveTo>
                  <a:lnTo>
                    <a:pt x="762000" y="696722"/>
                  </a:lnTo>
                  <a:lnTo>
                    <a:pt x="762000" y="692150"/>
                  </a:lnTo>
                  <a:lnTo>
                    <a:pt x="787400" y="692150"/>
                  </a:lnTo>
                  <a:close/>
                  <a:moveTo>
                    <a:pt x="736600" y="692150"/>
                  </a:moveTo>
                  <a:lnTo>
                    <a:pt x="711200" y="692150"/>
                  </a:lnTo>
                  <a:lnTo>
                    <a:pt x="711200" y="687578"/>
                  </a:lnTo>
                  <a:lnTo>
                    <a:pt x="736600" y="687578"/>
                  </a:lnTo>
                  <a:close/>
                  <a:moveTo>
                    <a:pt x="685800" y="687578"/>
                  </a:moveTo>
                  <a:lnTo>
                    <a:pt x="660400" y="687578"/>
                  </a:lnTo>
                  <a:lnTo>
                    <a:pt x="660400" y="683006"/>
                  </a:lnTo>
                  <a:lnTo>
                    <a:pt x="685800" y="683006"/>
                  </a:lnTo>
                  <a:close/>
                  <a:moveTo>
                    <a:pt x="635000" y="683006"/>
                  </a:moveTo>
                  <a:lnTo>
                    <a:pt x="609600" y="683006"/>
                  </a:lnTo>
                  <a:lnTo>
                    <a:pt x="609600" y="678434"/>
                  </a:lnTo>
                  <a:lnTo>
                    <a:pt x="635000" y="678434"/>
                  </a:lnTo>
                  <a:close/>
                  <a:moveTo>
                    <a:pt x="584200" y="678434"/>
                  </a:moveTo>
                  <a:lnTo>
                    <a:pt x="558800" y="678434"/>
                  </a:lnTo>
                  <a:lnTo>
                    <a:pt x="558800" y="673862"/>
                  </a:lnTo>
                  <a:lnTo>
                    <a:pt x="584200" y="673862"/>
                  </a:lnTo>
                  <a:close/>
                  <a:moveTo>
                    <a:pt x="533400" y="673862"/>
                  </a:moveTo>
                  <a:lnTo>
                    <a:pt x="508000" y="673862"/>
                  </a:lnTo>
                  <a:lnTo>
                    <a:pt x="508000" y="669290"/>
                  </a:lnTo>
                  <a:lnTo>
                    <a:pt x="533400" y="669290"/>
                  </a:lnTo>
                  <a:close/>
                  <a:moveTo>
                    <a:pt x="482600" y="669290"/>
                  </a:moveTo>
                  <a:lnTo>
                    <a:pt x="457200" y="669290"/>
                  </a:lnTo>
                  <a:lnTo>
                    <a:pt x="457200" y="664718"/>
                  </a:lnTo>
                  <a:lnTo>
                    <a:pt x="482600" y="664718"/>
                  </a:lnTo>
                  <a:close/>
                  <a:moveTo>
                    <a:pt x="431800" y="664718"/>
                  </a:moveTo>
                  <a:lnTo>
                    <a:pt x="406400" y="664718"/>
                  </a:lnTo>
                  <a:lnTo>
                    <a:pt x="406400" y="660146"/>
                  </a:lnTo>
                  <a:lnTo>
                    <a:pt x="431800" y="660146"/>
                  </a:lnTo>
                  <a:close/>
                  <a:moveTo>
                    <a:pt x="381000" y="660146"/>
                  </a:moveTo>
                  <a:lnTo>
                    <a:pt x="355600" y="660146"/>
                  </a:lnTo>
                  <a:lnTo>
                    <a:pt x="355600" y="655574"/>
                  </a:lnTo>
                  <a:lnTo>
                    <a:pt x="381000" y="655574"/>
                  </a:lnTo>
                  <a:close/>
                  <a:moveTo>
                    <a:pt x="330200" y="655574"/>
                  </a:moveTo>
                  <a:lnTo>
                    <a:pt x="304800" y="655574"/>
                  </a:lnTo>
                  <a:lnTo>
                    <a:pt x="304800" y="651002"/>
                  </a:lnTo>
                  <a:lnTo>
                    <a:pt x="330200" y="651002"/>
                  </a:lnTo>
                  <a:close/>
                  <a:moveTo>
                    <a:pt x="279400" y="651002"/>
                  </a:moveTo>
                  <a:lnTo>
                    <a:pt x="254000" y="651002"/>
                  </a:lnTo>
                  <a:lnTo>
                    <a:pt x="254000" y="646430"/>
                  </a:lnTo>
                  <a:lnTo>
                    <a:pt x="279400" y="646430"/>
                  </a:lnTo>
                  <a:close/>
                  <a:moveTo>
                    <a:pt x="228600" y="646430"/>
                  </a:moveTo>
                  <a:lnTo>
                    <a:pt x="203200" y="646430"/>
                  </a:lnTo>
                  <a:lnTo>
                    <a:pt x="203200" y="641858"/>
                  </a:lnTo>
                  <a:lnTo>
                    <a:pt x="228600" y="641858"/>
                  </a:lnTo>
                  <a:close/>
                  <a:moveTo>
                    <a:pt x="177800" y="641858"/>
                  </a:moveTo>
                  <a:lnTo>
                    <a:pt x="152400" y="641858"/>
                  </a:lnTo>
                  <a:lnTo>
                    <a:pt x="152400" y="637286"/>
                  </a:lnTo>
                  <a:lnTo>
                    <a:pt x="177800" y="637286"/>
                  </a:lnTo>
                  <a:close/>
                  <a:moveTo>
                    <a:pt x="127000" y="637286"/>
                  </a:moveTo>
                  <a:lnTo>
                    <a:pt x="101600" y="637286"/>
                  </a:lnTo>
                  <a:lnTo>
                    <a:pt x="101600" y="632714"/>
                  </a:lnTo>
                  <a:lnTo>
                    <a:pt x="127000" y="632714"/>
                  </a:lnTo>
                  <a:close/>
                  <a:moveTo>
                    <a:pt x="76200" y="632714"/>
                  </a:moveTo>
                  <a:lnTo>
                    <a:pt x="50800" y="632714"/>
                  </a:lnTo>
                  <a:lnTo>
                    <a:pt x="50800" y="628142"/>
                  </a:lnTo>
                  <a:lnTo>
                    <a:pt x="76200" y="628142"/>
                  </a:lnTo>
                  <a:close/>
                  <a:moveTo>
                    <a:pt x="25400" y="628142"/>
                  </a:moveTo>
                  <a:lnTo>
                    <a:pt x="0" y="628142"/>
                  </a:lnTo>
                  <a:lnTo>
                    <a:pt x="0" y="623570"/>
                  </a:lnTo>
                  <a:lnTo>
                    <a:pt x="25400" y="623570"/>
                  </a:lnTo>
                  <a:close/>
                  <a:moveTo>
                    <a:pt x="111506" y="1327912"/>
                  </a:moveTo>
                  <a:lnTo>
                    <a:pt x="111506" y="1302512"/>
                  </a:lnTo>
                  <a:lnTo>
                    <a:pt x="116078" y="1302512"/>
                  </a:lnTo>
                  <a:lnTo>
                    <a:pt x="116078" y="1327912"/>
                  </a:lnTo>
                  <a:close/>
                  <a:moveTo>
                    <a:pt x="116078" y="1277112"/>
                  </a:moveTo>
                  <a:lnTo>
                    <a:pt x="116078" y="1251712"/>
                  </a:lnTo>
                  <a:lnTo>
                    <a:pt x="116078" y="1277112"/>
                  </a:lnTo>
                  <a:close/>
                  <a:moveTo>
                    <a:pt x="116078" y="1226312"/>
                  </a:moveTo>
                  <a:lnTo>
                    <a:pt x="116078" y="1200912"/>
                  </a:lnTo>
                  <a:lnTo>
                    <a:pt x="116078" y="1226312"/>
                  </a:lnTo>
                  <a:close/>
                  <a:moveTo>
                    <a:pt x="116078" y="1175512"/>
                  </a:moveTo>
                  <a:lnTo>
                    <a:pt x="116078" y="1150112"/>
                  </a:lnTo>
                  <a:lnTo>
                    <a:pt x="116078" y="1175512"/>
                  </a:lnTo>
                  <a:close/>
                  <a:moveTo>
                    <a:pt x="116078" y="1124712"/>
                  </a:moveTo>
                  <a:lnTo>
                    <a:pt x="116078" y="1099312"/>
                  </a:lnTo>
                  <a:lnTo>
                    <a:pt x="116078" y="1124712"/>
                  </a:lnTo>
                  <a:close/>
                  <a:moveTo>
                    <a:pt x="116078" y="1073912"/>
                  </a:moveTo>
                  <a:lnTo>
                    <a:pt x="116078" y="1048512"/>
                  </a:lnTo>
                  <a:lnTo>
                    <a:pt x="116078" y="1073912"/>
                  </a:lnTo>
                  <a:close/>
                  <a:moveTo>
                    <a:pt x="116078" y="1023112"/>
                  </a:moveTo>
                  <a:lnTo>
                    <a:pt x="116078" y="997712"/>
                  </a:lnTo>
                  <a:lnTo>
                    <a:pt x="116078" y="1023112"/>
                  </a:lnTo>
                  <a:close/>
                  <a:moveTo>
                    <a:pt x="116078" y="972312"/>
                  </a:moveTo>
                  <a:lnTo>
                    <a:pt x="116078" y="946912"/>
                  </a:lnTo>
                  <a:lnTo>
                    <a:pt x="116078" y="972312"/>
                  </a:lnTo>
                  <a:close/>
                  <a:moveTo>
                    <a:pt x="116078" y="921512"/>
                  </a:moveTo>
                  <a:lnTo>
                    <a:pt x="116078" y="896112"/>
                  </a:lnTo>
                  <a:lnTo>
                    <a:pt x="116078" y="921512"/>
                  </a:lnTo>
                  <a:close/>
                  <a:moveTo>
                    <a:pt x="116078" y="870712"/>
                  </a:moveTo>
                  <a:lnTo>
                    <a:pt x="116078" y="845312"/>
                  </a:lnTo>
                  <a:lnTo>
                    <a:pt x="116078" y="870712"/>
                  </a:lnTo>
                  <a:close/>
                  <a:moveTo>
                    <a:pt x="116078" y="819912"/>
                  </a:moveTo>
                  <a:lnTo>
                    <a:pt x="116078" y="794512"/>
                  </a:lnTo>
                  <a:lnTo>
                    <a:pt x="116078" y="819912"/>
                  </a:lnTo>
                  <a:close/>
                  <a:moveTo>
                    <a:pt x="116078" y="769112"/>
                  </a:moveTo>
                  <a:lnTo>
                    <a:pt x="116078" y="743712"/>
                  </a:lnTo>
                  <a:lnTo>
                    <a:pt x="116078" y="769112"/>
                  </a:lnTo>
                  <a:close/>
                  <a:moveTo>
                    <a:pt x="116078" y="718312"/>
                  </a:moveTo>
                  <a:lnTo>
                    <a:pt x="116078" y="692912"/>
                  </a:lnTo>
                  <a:lnTo>
                    <a:pt x="116078" y="718312"/>
                  </a:lnTo>
                  <a:close/>
                  <a:moveTo>
                    <a:pt x="116078" y="667512"/>
                  </a:moveTo>
                  <a:lnTo>
                    <a:pt x="116078" y="642112"/>
                  </a:lnTo>
                  <a:lnTo>
                    <a:pt x="116078" y="667512"/>
                  </a:lnTo>
                  <a:close/>
                  <a:moveTo>
                    <a:pt x="116078" y="616712"/>
                  </a:moveTo>
                  <a:lnTo>
                    <a:pt x="116078" y="591312"/>
                  </a:lnTo>
                  <a:lnTo>
                    <a:pt x="116078" y="616712"/>
                  </a:lnTo>
                  <a:close/>
                  <a:moveTo>
                    <a:pt x="116078" y="565912"/>
                  </a:moveTo>
                  <a:lnTo>
                    <a:pt x="116078" y="540512"/>
                  </a:lnTo>
                  <a:lnTo>
                    <a:pt x="116078" y="565912"/>
                  </a:lnTo>
                  <a:close/>
                  <a:moveTo>
                    <a:pt x="116078" y="515112"/>
                  </a:moveTo>
                  <a:lnTo>
                    <a:pt x="116078" y="489712"/>
                  </a:lnTo>
                  <a:lnTo>
                    <a:pt x="116078" y="515112"/>
                  </a:lnTo>
                  <a:close/>
                  <a:moveTo>
                    <a:pt x="116078" y="464312"/>
                  </a:moveTo>
                  <a:lnTo>
                    <a:pt x="116078" y="438912"/>
                  </a:lnTo>
                  <a:lnTo>
                    <a:pt x="116078" y="464312"/>
                  </a:lnTo>
                  <a:close/>
                  <a:moveTo>
                    <a:pt x="116078" y="413512"/>
                  </a:moveTo>
                  <a:lnTo>
                    <a:pt x="116078" y="388112"/>
                  </a:lnTo>
                  <a:lnTo>
                    <a:pt x="116078" y="413512"/>
                  </a:lnTo>
                  <a:close/>
                  <a:moveTo>
                    <a:pt x="116078" y="362712"/>
                  </a:moveTo>
                  <a:lnTo>
                    <a:pt x="116078" y="337312"/>
                  </a:lnTo>
                  <a:lnTo>
                    <a:pt x="116078" y="362712"/>
                  </a:lnTo>
                  <a:close/>
                  <a:moveTo>
                    <a:pt x="116078" y="311912"/>
                  </a:moveTo>
                  <a:lnTo>
                    <a:pt x="116078" y="286512"/>
                  </a:lnTo>
                  <a:lnTo>
                    <a:pt x="116078" y="311912"/>
                  </a:lnTo>
                  <a:close/>
                  <a:moveTo>
                    <a:pt x="116078" y="261112"/>
                  </a:moveTo>
                  <a:lnTo>
                    <a:pt x="116078" y="235712"/>
                  </a:lnTo>
                  <a:lnTo>
                    <a:pt x="116078" y="261112"/>
                  </a:lnTo>
                  <a:close/>
                  <a:moveTo>
                    <a:pt x="116078" y="210312"/>
                  </a:moveTo>
                  <a:lnTo>
                    <a:pt x="116078" y="184912"/>
                  </a:lnTo>
                  <a:lnTo>
                    <a:pt x="116078" y="210312"/>
                  </a:lnTo>
                  <a:close/>
                  <a:moveTo>
                    <a:pt x="116078" y="159512"/>
                  </a:moveTo>
                  <a:lnTo>
                    <a:pt x="116078" y="134112"/>
                  </a:lnTo>
                  <a:lnTo>
                    <a:pt x="116078" y="159512"/>
                  </a:lnTo>
                  <a:close/>
                  <a:moveTo>
                    <a:pt x="116078" y="108712"/>
                  </a:moveTo>
                  <a:lnTo>
                    <a:pt x="116078" y="83312"/>
                  </a:lnTo>
                  <a:lnTo>
                    <a:pt x="116078" y="108712"/>
                  </a:lnTo>
                  <a:close/>
                  <a:moveTo>
                    <a:pt x="116078" y="57912"/>
                  </a:moveTo>
                  <a:lnTo>
                    <a:pt x="116078" y="32512"/>
                  </a:lnTo>
                  <a:lnTo>
                    <a:pt x="116078" y="57912"/>
                  </a:lnTo>
                  <a:close/>
                  <a:moveTo>
                    <a:pt x="116078" y="7112"/>
                  </a:moveTo>
                  <a:lnTo>
                    <a:pt x="116078" y="2286"/>
                  </a:lnTo>
                  <a:cubicBezTo>
                    <a:pt x="111506" y="1016"/>
                    <a:pt x="112522" y="0"/>
                    <a:pt x="113792" y="0"/>
                  </a:cubicBezTo>
                  <a:lnTo>
                    <a:pt x="139192" y="0"/>
                  </a:lnTo>
                  <a:lnTo>
                    <a:pt x="139192" y="4572"/>
                  </a:lnTo>
                  <a:lnTo>
                    <a:pt x="113792" y="4572"/>
                  </a:lnTo>
                  <a:lnTo>
                    <a:pt x="113792" y="2286"/>
                  </a:lnTo>
                  <a:lnTo>
                    <a:pt x="116078" y="2286"/>
                  </a:lnTo>
                  <a:lnTo>
                    <a:pt x="116078" y="711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14324" cy="13840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Literature Review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86000" y="0"/>
            <a:ext cx="13716000" cy="10287000"/>
          </a:xfrm>
          <a:custGeom>
            <a:avLst/>
            <a:gdLst/>
            <a:ahLst/>
            <a:cxnLst/>
            <a:rect r="r" b="b" t="t" l="l"/>
            <a:pathLst>
              <a:path h="10287000" w="13716000">
                <a:moveTo>
                  <a:pt x="0" y="0"/>
                </a:moveTo>
                <a:lnTo>
                  <a:pt x="13716000" y="0"/>
                </a:lnTo>
                <a:lnTo>
                  <a:pt x="13716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2566905" y="1551781"/>
          <a:ext cx="13154190" cy="6896373"/>
        </p:xfrm>
        <a:graphic>
          <a:graphicData uri="http://schemas.openxmlformats.org/drawingml/2006/table">
            <a:tbl>
              <a:tblPr/>
              <a:tblGrid>
                <a:gridCol w="2886739"/>
                <a:gridCol w="2886739"/>
                <a:gridCol w="2886739"/>
                <a:gridCol w="4493974"/>
              </a:tblGrid>
              <a:tr h="6726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Paper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Summary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Author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53"/>
                        </a:lnSpc>
                        <a:defRPr/>
                      </a:pPr>
                      <a:r>
                        <a:rPr lang="en-US" sz="210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Publication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401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YOLO-WildASM: An Object Detection Algorithm for Protected Wildlife.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paper introduces a specialized YOLO architecture for "protected wildlife" that handles small targets and occluded backgrounds (animals hiding behind trees). It serves as a great "Future Scope" reference, showing how one could upgrade the standard YOLO model to a specialized one.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Mathew Crowther,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Animals, MDPI, Vol. 15, Issue 18, 2025.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297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learning-based ecological analysis of camera trap images is impacted by training data quality and size.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This paper analyzes how training data quality affects the ecological metrics derived from AI models. It explains why reliable storage (MinIO) and high-quality image ingestion pipelines are critical for scientific accuracy.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Peggy A. Bevan, et al.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56"/>
                        </a:lnSpc>
                        <a:defRPr/>
                      </a:pPr>
                      <a:r>
                        <a:rPr lang="en-US" sz="1968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Nature Ecology &amp; Evolution (Contextual/ResearchGate), 2024.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1044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112750" y="254224"/>
            <a:ext cx="5619006" cy="8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57033" y="1739982"/>
            <a:ext cx="12840703" cy="472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growing need for a reliable, cloud-native platform that can ingest large volumes of wildlife 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imagery, store them securely, and run AI-based analysis without slowing down or interrupting the user experience.</a:t>
            </a:r>
          </a:p>
          <a:p>
            <a:pPr algn="l">
              <a:lnSpc>
                <a:spcPts val="2936"/>
              </a:lnSpc>
            </a:pPr>
          </a:p>
          <a:p>
            <a:pPr algn="l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must support high-concurrency uploads, remain responsive under load, and process images asynchronously so that heavy computation never blocks the UI.</a:t>
            </a:r>
          </a:p>
          <a:p>
            <a:pPr algn="l">
              <a:lnSpc>
                <a:spcPts val="2936"/>
              </a:lnSpc>
            </a:pPr>
          </a:p>
          <a:p>
            <a:pPr algn="l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should also ensure a clear separation between the frontend and the backend, so that failures or delays in the AI processing pipeline do not impact user interactions.</a:t>
            </a:r>
          </a:p>
          <a:p>
            <a:pPr algn="l">
              <a:lnSpc>
                <a:spcPts val="2936"/>
              </a:lnSpc>
            </a:pPr>
          </a:p>
          <a:p>
            <a:pPr algn="l" marL="528280" indent="-264140" lvl="1">
              <a:lnSpc>
                <a:spcPts val="2936"/>
              </a:lnSpc>
              <a:buFont typeface="Arial"/>
              <a:buChar char="•"/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problem is to design a system that is scalable, fault-tolerant, and capable of handling real-world field data efficiently.</a:t>
            </a:r>
          </a:p>
          <a:p>
            <a:pPr algn="l">
              <a:lnSpc>
                <a:spcPts val="293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86000" y="1423018"/>
            <a:ext cx="13716000" cy="8713694"/>
          </a:xfrm>
          <a:custGeom>
            <a:avLst/>
            <a:gdLst/>
            <a:ahLst/>
            <a:cxnLst/>
            <a:rect r="r" b="b" t="t" l="l"/>
            <a:pathLst>
              <a:path h="8713694" w="13716000">
                <a:moveTo>
                  <a:pt x="0" y="0"/>
                </a:moveTo>
                <a:lnTo>
                  <a:pt x="13716000" y="0"/>
                </a:lnTo>
                <a:lnTo>
                  <a:pt x="13716000" y="8713694"/>
                </a:lnTo>
                <a:lnTo>
                  <a:pt x="0" y="8713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09252" y="414730"/>
            <a:ext cx="3325815" cy="869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4610" t="-39061" r="-110" b="3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06233" y="309056"/>
            <a:ext cx="4275535" cy="94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</a:t>
            </a:r>
            <a:r>
              <a:rPr lang="en-US" b="true" sz="6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57033" y="1715491"/>
            <a:ext cx="13109746" cy="8148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5"/>
              </a:lnSpc>
            </a:pP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User Interaction: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l">
              <a:lnSpc>
                <a:spcPts val="3425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accesses the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React (Vite) frontend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upload images of wildlife.</a:t>
            </a:r>
          </a:p>
          <a:p>
            <a:pPr algn="l">
              <a:lnSpc>
                <a:spcPts val="3425"/>
              </a:lnSpc>
            </a:pPr>
          </a:p>
          <a:p>
            <a:pPr algn="l">
              <a:lnSpc>
                <a:spcPts val="3425"/>
              </a:lnSpc>
            </a:pP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2.API Handling: </a:t>
            </a:r>
          </a:p>
          <a:p>
            <a:pPr algn="l">
              <a:lnSpc>
                <a:spcPts val="3425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FastAPI backend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receives the image. Instead of processing it immediately, it performs two actions:</a:t>
            </a:r>
          </a:p>
          <a:p>
            <a:pPr algn="l">
              <a:lnSpc>
                <a:spcPts val="3425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a. Saves the raw image to a specific bucket in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MinIO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3425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b. 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Publishes a "New Task" message to the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RabbitMQ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queue.</a:t>
            </a:r>
          </a:p>
          <a:p>
            <a:pPr algn="l">
              <a:lnSpc>
                <a:spcPts val="3425"/>
              </a:lnSpc>
            </a:pPr>
          </a:p>
          <a:p>
            <a:pPr algn="l">
              <a:lnSpc>
                <a:spcPts val="3425"/>
              </a:lnSpc>
            </a:pP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3.Task Ingestion: </a:t>
            </a:r>
          </a:p>
          <a:p>
            <a:pPr algn="l">
              <a:lnSpc>
                <a:spcPts val="3425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dedicated Python Worker service, listening to the queue, picks up the message.</a:t>
            </a:r>
          </a:p>
          <a:p>
            <a:pPr algn="l">
              <a:lnSpc>
                <a:spcPts val="3425"/>
              </a:lnSpc>
            </a:pPr>
          </a:p>
          <a:p>
            <a:pPr algn="l">
              <a:lnSpc>
                <a:spcPts val="3425"/>
              </a:lnSpc>
            </a:pP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4.Processing &amp; Simulation:</a:t>
            </a:r>
          </a:p>
          <a:p>
            <a:pPr algn="l">
              <a:lnSpc>
                <a:spcPts val="3425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Worker downloads the image from MinIO. Then it runs the AI Detection logic and, 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esults are tagged and re-uploaded/saved to MinIO.</a:t>
            </a:r>
          </a:p>
          <a:p>
            <a:pPr algn="l">
              <a:lnSpc>
                <a:spcPts val="3425"/>
              </a:lnSpc>
            </a:pPr>
          </a:p>
          <a:p>
            <a:pPr algn="l">
              <a:lnSpc>
                <a:spcPts val="3425"/>
              </a:lnSpc>
            </a:pP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 Polling: </a:t>
            </a:r>
          </a:p>
          <a:p>
            <a:pPr algn="l">
              <a:lnSpc>
                <a:spcPts val="3425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Frontend periodically polls the Backend, which fetches the processed results from MinIO and displays them to the user.</a:t>
            </a:r>
          </a:p>
          <a:p>
            <a:pPr algn="l">
              <a:lnSpc>
                <a:spcPts val="3425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4610" t="-39061" r="-110" b="3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161836" y="1325493"/>
            <a:ext cx="11964327" cy="8650426"/>
          </a:xfrm>
          <a:custGeom>
            <a:avLst/>
            <a:gdLst/>
            <a:ahLst/>
            <a:cxnLst/>
            <a:rect r="r" b="b" t="t" l="l"/>
            <a:pathLst>
              <a:path h="8650426" w="11964327">
                <a:moveTo>
                  <a:pt x="0" y="0"/>
                </a:moveTo>
                <a:lnTo>
                  <a:pt x="11964328" y="0"/>
                </a:lnTo>
                <a:lnTo>
                  <a:pt x="11964328" y="8650426"/>
                </a:lnTo>
                <a:lnTo>
                  <a:pt x="0" y="86504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06233" y="309056"/>
            <a:ext cx="4275535" cy="94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</a:t>
            </a:r>
            <a:r>
              <a:rPr lang="en-US" b="true" sz="6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odology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8627" y="481327"/>
            <a:ext cx="10394673" cy="9535572"/>
          </a:xfrm>
          <a:custGeom>
            <a:avLst/>
            <a:gdLst/>
            <a:ahLst/>
            <a:cxnLst/>
            <a:rect r="r" b="b" t="t" l="l"/>
            <a:pathLst>
              <a:path h="9535572" w="10394673">
                <a:moveTo>
                  <a:pt x="0" y="0"/>
                </a:moveTo>
                <a:lnTo>
                  <a:pt x="10394673" y="0"/>
                </a:lnTo>
                <a:lnTo>
                  <a:pt x="10394673" y="9535572"/>
                </a:lnTo>
                <a:lnTo>
                  <a:pt x="0" y="9535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997" r="0" b="-599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06233" y="309056"/>
            <a:ext cx="4275535" cy="948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</a:t>
            </a:r>
            <a:r>
              <a:rPr lang="en-US" b="true" sz="6000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odology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286000" y="1898977"/>
            <a:ext cx="13716000" cy="6682154"/>
          </a:xfrm>
          <a:custGeom>
            <a:avLst/>
            <a:gdLst/>
            <a:ahLst/>
            <a:cxnLst/>
            <a:rect r="r" b="b" t="t" l="l"/>
            <a:pathLst>
              <a:path h="6682154" w="13716000">
                <a:moveTo>
                  <a:pt x="0" y="0"/>
                </a:moveTo>
                <a:lnTo>
                  <a:pt x="13716000" y="0"/>
                </a:lnTo>
                <a:lnTo>
                  <a:pt x="13716000" y="6682154"/>
                </a:lnTo>
                <a:lnTo>
                  <a:pt x="0" y="66821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924323" y="921136"/>
            <a:ext cx="9344023" cy="77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799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tools and techniques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04197" y="479852"/>
            <a:ext cx="5809208" cy="84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27341" y="1655022"/>
            <a:ext cx="12562921" cy="472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6"/>
              </a:lnSpc>
            </a:pP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1.High Avai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lability: 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frontend remains responsive even if the AI worker is busy processing</a:t>
            </a: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hundreds of images.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2.Data Durability: 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are safely stored in MinIO, independent of the application server's life cycle.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3.Scalability: 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architecture allows us to spawn multiple "Worker" containers in the future to handle higher loads without changing the code.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b="true" sz="2446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4.Modern UX: 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seamless, non-blocking user experience provided by the React + FastAPI integration.</a:t>
            </a:r>
          </a:p>
          <a:p>
            <a:pPr algn="just">
              <a:lnSpc>
                <a:spcPts val="2936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763768" y="134258"/>
            <a:ext cx="4760464" cy="1263864"/>
            <a:chOff x="0" y="0"/>
            <a:chExt cx="4513626" cy="11983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86" y="2286"/>
              <a:ext cx="4509135" cy="1193800"/>
            </a:xfrm>
            <a:custGeom>
              <a:avLst/>
              <a:gdLst/>
              <a:ahLst/>
              <a:cxnLst/>
              <a:rect r="r" b="b" t="t" l="l"/>
              <a:pathLst>
                <a:path h="1193800" w="4509135">
                  <a:moveTo>
                    <a:pt x="0" y="0"/>
                  </a:moveTo>
                  <a:lnTo>
                    <a:pt x="4509135" y="0"/>
                  </a:lnTo>
                  <a:lnTo>
                    <a:pt x="4509135" y="1193800"/>
                  </a:lnTo>
                  <a:lnTo>
                    <a:pt x="0" y="11938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106172" y="0"/>
              <a:ext cx="4619879" cy="1202944"/>
            </a:xfrm>
            <a:custGeom>
              <a:avLst/>
              <a:gdLst/>
              <a:ahLst/>
              <a:cxnLst/>
              <a:rect r="r" b="b" t="t" l="l"/>
              <a:pathLst>
                <a:path h="1202944" w="4619879">
                  <a:moveTo>
                    <a:pt x="159258" y="0"/>
                  </a:moveTo>
                  <a:lnTo>
                    <a:pt x="184658" y="0"/>
                  </a:lnTo>
                  <a:lnTo>
                    <a:pt x="184658" y="4572"/>
                  </a:lnTo>
                  <a:lnTo>
                    <a:pt x="159258" y="4572"/>
                  </a:lnTo>
                  <a:close/>
                  <a:moveTo>
                    <a:pt x="210058" y="4572"/>
                  </a:moveTo>
                  <a:lnTo>
                    <a:pt x="235458" y="4572"/>
                  </a:lnTo>
                  <a:lnTo>
                    <a:pt x="210058" y="4572"/>
                  </a:lnTo>
                  <a:close/>
                  <a:moveTo>
                    <a:pt x="260858" y="4572"/>
                  </a:moveTo>
                  <a:lnTo>
                    <a:pt x="286258" y="4572"/>
                  </a:lnTo>
                  <a:lnTo>
                    <a:pt x="260858" y="4572"/>
                  </a:lnTo>
                  <a:close/>
                  <a:moveTo>
                    <a:pt x="311658" y="4572"/>
                  </a:moveTo>
                  <a:lnTo>
                    <a:pt x="337058" y="4572"/>
                  </a:lnTo>
                  <a:lnTo>
                    <a:pt x="311658" y="4572"/>
                  </a:lnTo>
                  <a:close/>
                  <a:moveTo>
                    <a:pt x="362458" y="4572"/>
                  </a:moveTo>
                  <a:lnTo>
                    <a:pt x="387858" y="4572"/>
                  </a:lnTo>
                  <a:lnTo>
                    <a:pt x="362458" y="4572"/>
                  </a:lnTo>
                  <a:close/>
                  <a:moveTo>
                    <a:pt x="413258" y="4572"/>
                  </a:moveTo>
                  <a:lnTo>
                    <a:pt x="438658" y="4572"/>
                  </a:lnTo>
                  <a:lnTo>
                    <a:pt x="413258" y="4572"/>
                  </a:lnTo>
                  <a:close/>
                  <a:moveTo>
                    <a:pt x="464058" y="4572"/>
                  </a:moveTo>
                  <a:lnTo>
                    <a:pt x="489458" y="4572"/>
                  </a:lnTo>
                  <a:lnTo>
                    <a:pt x="464058" y="4572"/>
                  </a:lnTo>
                  <a:close/>
                  <a:moveTo>
                    <a:pt x="514858" y="4572"/>
                  </a:moveTo>
                  <a:lnTo>
                    <a:pt x="540258" y="4572"/>
                  </a:lnTo>
                  <a:lnTo>
                    <a:pt x="514858" y="4572"/>
                  </a:lnTo>
                  <a:close/>
                  <a:moveTo>
                    <a:pt x="565658" y="4572"/>
                  </a:moveTo>
                  <a:lnTo>
                    <a:pt x="591058" y="4572"/>
                  </a:lnTo>
                  <a:lnTo>
                    <a:pt x="565658" y="4572"/>
                  </a:lnTo>
                  <a:close/>
                  <a:moveTo>
                    <a:pt x="616458" y="4572"/>
                  </a:moveTo>
                  <a:lnTo>
                    <a:pt x="641858" y="4572"/>
                  </a:lnTo>
                  <a:lnTo>
                    <a:pt x="616458" y="4572"/>
                  </a:lnTo>
                  <a:close/>
                  <a:moveTo>
                    <a:pt x="667258" y="4572"/>
                  </a:moveTo>
                  <a:lnTo>
                    <a:pt x="692658" y="4572"/>
                  </a:lnTo>
                  <a:lnTo>
                    <a:pt x="667258" y="4572"/>
                  </a:lnTo>
                  <a:close/>
                  <a:moveTo>
                    <a:pt x="718058" y="4572"/>
                  </a:moveTo>
                  <a:lnTo>
                    <a:pt x="743458" y="4572"/>
                  </a:lnTo>
                  <a:lnTo>
                    <a:pt x="718058" y="4572"/>
                  </a:lnTo>
                  <a:close/>
                  <a:moveTo>
                    <a:pt x="768858" y="4572"/>
                  </a:moveTo>
                  <a:lnTo>
                    <a:pt x="794258" y="4572"/>
                  </a:lnTo>
                  <a:lnTo>
                    <a:pt x="768858" y="4572"/>
                  </a:lnTo>
                  <a:close/>
                  <a:moveTo>
                    <a:pt x="819658" y="4572"/>
                  </a:moveTo>
                  <a:lnTo>
                    <a:pt x="845058" y="4572"/>
                  </a:lnTo>
                  <a:lnTo>
                    <a:pt x="819658" y="4572"/>
                  </a:lnTo>
                  <a:close/>
                  <a:moveTo>
                    <a:pt x="870458" y="4572"/>
                  </a:moveTo>
                  <a:lnTo>
                    <a:pt x="895858" y="4572"/>
                  </a:lnTo>
                  <a:lnTo>
                    <a:pt x="870458" y="4572"/>
                  </a:lnTo>
                  <a:close/>
                  <a:moveTo>
                    <a:pt x="921258" y="4572"/>
                  </a:moveTo>
                  <a:lnTo>
                    <a:pt x="946658" y="4572"/>
                  </a:lnTo>
                  <a:lnTo>
                    <a:pt x="921258" y="4572"/>
                  </a:lnTo>
                  <a:close/>
                  <a:moveTo>
                    <a:pt x="972058" y="4572"/>
                  </a:moveTo>
                  <a:lnTo>
                    <a:pt x="997458" y="4572"/>
                  </a:lnTo>
                  <a:lnTo>
                    <a:pt x="972058" y="4572"/>
                  </a:lnTo>
                  <a:close/>
                  <a:moveTo>
                    <a:pt x="1022858" y="4572"/>
                  </a:moveTo>
                  <a:lnTo>
                    <a:pt x="1048258" y="4572"/>
                  </a:lnTo>
                  <a:lnTo>
                    <a:pt x="1022858" y="4572"/>
                  </a:lnTo>
                  <a:close/>
                  <a:moveTo>
                    <a:pt x="1073658" y="4572"/>
                  </a:moveTo>
                  <a:lnTo>
                    <a:pt x="1099058" y="4572"/>
                  </a:lnTo>
                  <a:lnTo>
                    <a:pt x="1073658" y="4572"/>
                  </a:lnTo>
                  <a:close/>
                  <a:moveTo>
                    <a:pt x="1124458" y="4572"/>
                  </a:moveTo>
                  <a:lnTo>
                    <a:pt x="1149858" y="4572"/>
                  </a:lnTo>
                  <a:lnTo>
                    <a:pt x="1124458" y="4572"/>
                  </a:lnTo>
                  <a:close/>
                  <a:moveTo>
                    <a:pt x="1175258" y="4572"/>
                  </a:moveTo>
                  <a:lnTo>
                    <a:pt x="1200658" y="4572"/>
                  </a:lnTo>
                  <a:lnTo>
                    <a:pt x="1175258" y="4572"/>
                  </a:lnTo>
                  <a:close/>
                  <a:moveTo>
                    <a:pt x="1226058" y="4572"/>
                  </a:moveTo>
                  <a:lnTo>
                    <a:pt x="1251458" y="4572"/>
                  </a:lnTo>
                  <a:lnTo>
                    <a:pt x="1226058" y="4572"/>
                  </a:lnTo>
                  <a:close/>
                  <a:moveTo>
                    <a:pt x="1276858" y="4572"/>
                  </a:moveTo>
                  <a:lnTo>
                    <a:pt x="1302258" y="4572"/>
                  </a:lnTo>
                  <a:lnTo>
                    <a:pt x="1276858" y="4572"/>
                  </a:lnTo>
                  <a:close/>
                  <a:moveTo>
                    <a:pt x="1327658" y="4572"/>
                  </a:moveTo>
                  <a:lnTo>
                    <a:pt x="1353058" y="4572"/>
                  </a:lnTo>
                  <a:lnTo>
                    <a:pt x="1327658" y="4572"/>
                  </a:lnTo>
                  <a:close/>
                  <a:moveTo>
                    <a:pt x="1378458" y="4572"/>
                  </a:moveTo>
                  <a:lnTo>
                    <a:pt x="1403858" y="4572"/>
                  </a:lnTo>
                  <a:lnTo>
                    <a:pt x="1378458" y="4572"/>
                  </a:lnTo>
                  <a:close/>
                  <a:moveTo>
                    <a:pt x="1429258" y="4572"/>
                  </a:moveTo>
                  <a:lnTo>
                    <a:pt x="1454658" y="4572"/>
                  </a:lnTo>
                  <a:lnTo>
                    <a:pt x="1429258" y="4572"/>
                  </a:lnTo>
                  <a:close/>
                  <a:moveTo>
                    <a:pt x="1480058" y="4572"/>
                  </a:moveTo>
                  <a:lnTo>
                    <a:pt x="1505458" y="4572"/>
                  </a:lnTo>
                  <a:lnTo>
                    <a:pt x="1480058" y="4572"/>
                  </a:lnTo>
                  <a:close/>
                  <a:moveTo>
                    <a:pt x="1530858" y="4572"/>
                  </a:moveTo>
                  <a:lnTo>
                    <a:pt x="1556258" y="4572"/>
                  </a:lnTo>
                  <a:lnTo>
                    <a:pt x="1530858" y="4572"/>
                  </a:lnTo>
                  <a:close/>
                  <a:moveTo>
                    <a:pt x="1581658" y="4572"/>
                  </a:moveTo>
                  <a:lnTo>
                    <a:pt x="1607058" y="4572"/>
                  </a:lnTo>
                  <a:lnTo>
                    <a:pt x="1581658" y="4572"/>
                  </a:lnTo>
                  <a:close/>
                  <a:moveTo>
                    <a:pt x="1632458" y="4572"/>
                  </a:moveTo>
                  <a:lnTo>
                    <a:pt x="1657858" y="4572"/>
                  </a:lnTo>
                  <a:lnTo>
                    <a:pt x="1632458" y="4572"/>
                  </a:lnTo>
                  <a:close/>
                  <a:moveTo>
                    <a:pt x="1683258" y="4572"/>
                  </a:moveTo>
                  <a:lnTo>
                    <a:pt x="1708658" y="4572"/>
                  </a:lnTo>
                  <a:lnTo>
                    <a:pt x="1683258" y="4572"/>
                  </a:lnTo>
                  <a:close/>
                  <a:moveTo>
                    <a:pt x="1734058" y="4572"/>
                  </a:moveTo>
                  <a:lnTo>
                    <a:pt x="1759458" y="4572"/>
                  </a:lnTo>
                  <a:lnTo>
                    <a:pt x="1734058" y="4572"/>
                  </a:lnTo>
                  <a:close/>
                  <a:moveTo>
                    <a:pt x="1784858" y="4572"/>
                  </a:moveTo>
                  <a:lnTo>
                    <a:pt x="1810258" y="4572"/>
                  </a:lnTo>
                  <a:lnTo>
                    <a:pt x="1784858" y="4572"/>
                  </a:lnTo>
                  <a:close/>
                  <a:moveTo>
                    <a:pt x="1835658" y="4572"/>
                  </a:moveTo>
                  <a:lnTo>
                    <a:pt x="1861058" y="4572"/>
                  </a:lnTo>
                  <a:lnTo>
                    <a:pt x="1835658" y="4572"/>
                  </a:lnTo>
                  <a:close/>
                  <a:moveTo>
                    <a:pt x="1886458" y="4572"/>
                  </a:moveTo>
                  <a:lnTo>
                    <a:pt x="1911858" y="4572"/>
                  </a:lnTo>
                  <a:lnTo>
                    <a:pt x="1886458" y="4572"/>
                  </a:lnTo>
                  <a:close/>
                  <a:moveTo>
                    <a:pt x="1937258" y="4572"/>
                  </a:moveTo>
                  <a:lnTo>
                    <a:pt x="1962658" y="4572"/>
                  </a:lnTo>
                  <a:lnTo>
                    <a:pt x="1937258" y="4572"/>
                  </a:lnTo>
                  <a:close/>
                  <a:moveTo>
                    <a:pt x="1988058" y="4572"/>
                  </a:moveTo>
                  <a:lnTo>
                    <a:pt x="2013458" y="4572"/>
                  </a:lnTo>
                  <a:lnTo>
                    <a:pt x="1988058" y="4572"/>
                  </a:lnTo>
                  <a:close/>
                  <a:moveTo>
                    <a:pt x="2038858" y="4572"/>
                  </a:moveTo>
                  <a:lnTo>
                    <a:pt x="2064258" y="4572"/>
                  </a:lnTo>
                  <a:lnTo>
                    <a:pt x="2038858" y="4572"/>
                  </a:lnTo>
                  <a:close/>
                  <a:moveTo>
                    <a:pt x="2089658" y="4572"/>
                  </a:moveTo>
                  <a:lnTo>
                    <a:pt x="2115058" y="4572"/>
                  </a:lnTo>
                  <a:lnTo>
                    <a:pt x="2089658" y="4572"/>
                  </a:lnTo>
                  <a:close/>
                  <a:moveTo>
                    <a:pt x="2140458" y="4572"/>
                  </a:moveTo>
                  <a:lnTo>
                    <a:pt x="2165858" y="4572"/>
                  </a:lnTo>
                  <a:lnTo>
                    <a:pt x="2140458" y="4572"/>
                  </a:lnTo>
                  <a:close/>
                  <a:moveTo>
                    <a:pt x="2191258" y="4572"/>
                  </a:moveTo>
                  <a:lnTo>
                    <a:pt x="2216658" y="4572"/>
                  </a:lnTo>
                  <a:lnTo>
                    <a:pt x="2191258" y="4572"/>
                  </a:lnTo>
                  <a:close/>
                  <a:moveTo>
                    <a:pt x="2242058" y="4572"/>
                  </a:moveTo>
                  <a:lnTo>
                    <a:pt x="2267458" y="4572"/>
                  </a:lnTo>
                  <a:lnTo>
                    <a:pt x="2242058" y="4572"/>
                  </a:lnTo>
                  <a:close/>
                  <a:moveTo>
                    <a:pt x="2292858" y="4572"/>
                  </a:moveTo>
                  <a:lnTo>
                    <a:pt x="2318258" y="4572"/>
                  </a:lnTo>
                  <a:lnTo>
                    <a:pt x="2292858" y="4572"/>
                  </a:lnTo>
                  <a:close/>
                  <a:moveTo>
                    <a:pt x="2343658" y="4572"/>
                  </a:moveTo>
                  <a:lnTo>
                    <a:pt x="2369058" y="4572"/>
                  </a:lnTo>
                  <a:lnTo>
                    <a:pt x="2343658" y="4572"/>
                  </a:lnTo>
                  <a:close/>
                  <a:moveTo>
                    <a:pt x="2394458" y="4572"/>
                  </a:moveTo>
                  <a:lnTo>
                    <a:pt x="2419858" y="4572"/>
                  </a:lnTo>
                  <a:lnTo>
                    <a:pt x="2394458" y="4572"/>
                  </a:lnTo>
                  <a:close/>
                  <a:moveTo>
                    <a:pt x="2445258" y="4572"/>
                  </a:moveTo>
                  <a:lnTo>
                    <a:pt x="2470658" y="4572"/>
                  </a:lnTo>
                  <a:lnTo>
                    <a:pt x="2445258" y="4572"/>
                  </a:lnTo>
                  <a:close/>
                  <a:moveTo>
                    <a:pt x="2496058" y="4572"/>
                  </a:moveTo>
                  <a:lnTo>
                    <a:pt x="2521458" y="4572"/>
                  </a:lnTo>
                  <a:lnTo>
                    <a:pt x="2496058" y="4572"/>
                  </a:lnTo>
                  <a:close/>
                  <a:moveTo>
                    <a:pt x="2546858" y="4572"/>
                  </a:moveTo>
                  <a:lnTo>
                    <a:pt x="2572258" y="4572"/>
                  </a:lnTo>
                  <a:lnTo>
                    <a:pt x="2546858" y="4572"/>
                  </a:lnTo>
                  <a:close/>
                  <a:moveTo>
                    <a:pt x="2597658" y="4572"/>
                  </a:moveTo>
                  <a:lnTo>
                    <a:pt x="2623058" y="4572"/>
                  </a:lnTo>
                  <a:lnTo>
                    <a:pt x="2597658" y="4572"/>
                  </a:lnTo>
                  <a:close/>
                  <a:moveTo>
                    <a:pt x="2648458" y="4572"/>
                  </a:moveTo>
                  <a:lnTo>
                    <a:pt x="2673858" y="4572"/>
                  </a:lnTo>
                  <a:lnTo>
                    <a:pt x="2648458" y="4572"/>
                  </a:lnTo>
                  <a:close/>
                  <a:moveTo>
                    <a:pt x="2699258" y="4572"/>
                  </a:moveTo>
                  <a:lnTo>
                    <a:pt x="2724658" y="4572"/>
                  </a:lnTo>
                  <a:lnTo>
                    <a:pt x="2699258" y="4572"/>
                  </a:lnTo>
                  <a:close/>
                  <a:moveTo>
                    <a:pt x="2750058" y="4572"/>
                  </a:moveTo>
                  <a:lnTo>
                    <a:pt x="2775458" y="4572"/>
                  </a:lnTo>
                  <a:lnTo>
                    <a:pt x="2750058" y="4572"/>
                  </a:lnTo>
                  <a:close/>
                  <a:moveTo>
                    <a:pt x="2800858" y="4572"/>
                  </a:moveTo>
                  <a:lnTo>
                    <a:pt x="2826258" y="4572"/>
                  </a:lnTo>
                  <a:lnTo>
                    <a:pt x="2800858" y="4572"/>
                  </a:lnTo>
                  <a:close/>
                  <a:moveTo>
                    <a:pt x="2851658" y="4572"/>
                  </a:moveTo>
                  <a:lnTo>
                    <a:pt x="2877058" y="4572"/>
                  </a:lnTo>
                  <a:lnTo>
                    <a:pt x="2851658" y="4572"/>
                  </a:lnTo>
                  <a:close/>
                  <a:moveTo>
                    <a:pt x="2902458" y="4572"/>
                  </a:moveTo>
                  <a:lnTo>
                    <a:pt x="2927858" y="4572"/>
                  </a:lnTo>
                  <a:lnTo>
                    <a:pt x="2902458" y="4572"/>
                  </a:lnTo>
                  <a:close/>
                  <a:moveTo>
                    <a:pt x="2953258" y="4572"/>
                  </a:moveTo>
                  <a:lnTo>
                    <a:pt x="2978658" y="4572"/>
                  </a:lnTo>
                  <a:lnTo>
                    <a:pt x="2953258" y="4572"/>
                  </a:lnTo>
                  <a:close/>
                  <a:moveTo>
                    <a:pt x="3004058" y="4572"/>
                  </a:moveTo>
                  <a:lnTo>
                    <a:pt x="3029458" y="4572"/>
                  </a:lnTo>
                  <a:lnTo>
                    <a:pt x="3004058" y="4572"/>
                  </a:lnTo>
                  <a:close/>
                  <a:moveTo>
                    <a:pt x="3054858" y="4572"/>
                  </a:moveTo>
                  <a:lnTo>
                    <a:pt x="3080258" y="4572"/>
                  </a:lnTo>
                  <a:lnTo>
                    <a:pt x="3054858" y="4572"/>
                  </a:lnTo>
                  <a:close/>
                  <a:moveTo>
                    <a:pt x="3105658" y="4572"/>
                  </a:moveTo>
                  <a:lnTo>
                    <a:pt x="3131058" y="4572"/>
                  </a:lnTo>
                  <a:lnTo>
                    <a:pt x="3105658" y="4572"/>
                  </a:lnTo>
                  <a:close/>
                  <a:moveTo>
                    <a:pt x="3156458" y="4572"/>
                  </a:moveTo>
                  <a:lnTo>
                    <a:pt x="3181858" y="4572"/>
                  </a:lnTo>
                  <a:lnTo>
                    <a:pt x="3156458" y="4572"/>
                  </a:lnTo>
                  <a:close/>
                  <a:moveTo>
                    <a:pt x="3207258" y="4572"/>
                  </a:moveTo>
                  <a:lnTo>
                    <a:pt x="3232658" y="4572"/>
                  </a:lnTo>
                  <a:lnTo>
                    <a:pt x="3207258" y="4572"/>
                  </a:lnTo>
                  <a:close/>
                  <a:moveTo>
                    <a:pt x="3258058" y="4572"/>
                  </a:moveTo>
                  <a:lnTo>
                    <a:pt x="3283458" y="4572"/>
                  </a:lnTo>
                  <a:lnTo>
                    <a:pt x="3258058" y="4572"/>
                  </a:lnTo>
                  <a:close/>
                  <a:moveTo>
                    <a:pt x="3308858" y="4572"/>
                  </a:moveTo>
                  <a:lnTo>
                    <a:pt x="3334258" y="4572"/>
                  </a:lnTo>
                  <a:lnTo>
                    <a:pt x="3308858" y="4572"/>
                  </a:lnTo>
                  <a:close/>
                  <a:moveTo>
                    <a:pt x="3359658" y="4572"/>
                  </a:moveTo>
                  <a:lnTo>
                    <a:pt x="3385058" y="4572"/>
                  </a:lnTo>
                  <a:lnTo>
                    <a:pt x="3359658" y="4572"/>
                  </a:lnTo>
                  <a:close/>
                  <a:moveTo>
                    <a:pt x="3410458" y="4572"/>
                  </a:moveTo>
                  <a:lnTo>
                    <a:pt x="3435858" y="4572"/>
                  </a:lnTo>
                  <a:lnTo>
                    <a:pt x="3410458" y="4572"/>
                  </a:lnTo>
                  <a:close/>
                  <a:moveTo>
                    <a:pt x="3461258" y="4572"/>
                  </a:moveTo>
                  <a:lnTo>
                    <a:pt x="3486658" y="4572"/>
                  </a:lnTo>
                  <a:lnTo>
                    <a:pt x="3461258" y="4572"/>
                  </a:lnTo>
                  <a:close/>
                  <a:moveTo>
                    <a:pt x="3512058" y="4572"/>
                  </a:moveTo>
                  <a:lnTo>
                    <a:pt x="3537458" y="4572"/>
                  </a:lnTo>
                  <a:lnTo>
                    <a:pt x="3512058" y="4572"/>
                  </a:lnTo>
                  <a:close/>
                  <a:moveTo>
                    <a:pt x="3562858" y="4572"/>
                  </a:moveTo>
                  <a:lnTo>
                    <a:pt x="3588258" y="4572"/>
                  </a:lnTo>
                  <a:lnTo>
                    <a:pt x="3562858" y="4572"/>
                  </a:lnTo>
                  <a:close/>
                  <a:moveTo>
                    <a:pt x="3613658" y="4572"/>
                  </a:moveTo>
                  <a:lnTo>
                    <a:pt x="3639058" y="4572"/>
                  </a:lnTo>
                  <a:lnTo>
                    <a:pt x="3613658" y="4572"/>
                  </a:lnTo>
                  <a:close/>
                  <a:moveTo>
                    <a:pt x="3664458" y="4572"/>
                  </a:moveTo>
                  <a:lnTo>
                    <a:pt x="3689858" y="4572"/>
                  </a:lnTo>
                  <a:lnTo>
                    <a:pt x="3664458" y="4572"/>
                  </a:lnTo>
                  <a:close/>
                  <a:moveTo>
                    <a:pt x="3715258" y="4572"/>
                  </a:moveTo>
                  <a:lnTo>
                    <a:pt x="3740658" y="4572"/>
                  </a:lnTo>
                  <a:lnTo>
                    <a:pt x="3715258" y="4572"/>
                  </a:lnTo>
                  <a:close/>
                  <a:moveTo>
                    <a:pt x="3766058" y="4572"/>
                  </a:moveTo>
                  <a:lnTo>
                    <a:pt x="3791458" y="4572"/>
                  </a:lnTo>
                  <a:lnTo>
                    <a:pt x="3766058" y="4572"/>
                  </a:lnTo>
                  <a:close/>
                  <a:moveTo>
                    <a:pt x="3816858" y="4572"/>
                  </a:moveTo>
                  <a:lnTo>
                    <a:pt x="3842258" y="4572"/>
                  </a:lnTo>
                  <a:lnTo>
                    <a:pt x="3816858" y="4572"/>
                  </a:lnTo>
                  <a:close/>
                  <a:moveTo>
                    <a:pt x="3867658" y="4572"/>
                  </a:moveTo>
                  <a:lnTo>
                    <a:pt x="3893058" y="4572"/>
                  </a:lnTo>
                  <a:lnTo>
                    <a:pt x="3867658" y="4572"/>
                  </a:lnTo>
                  <a:close/>
                  <a:moveTo>
                    <a:pt x="3918458" y="4572"/>
                  </a:moveTo>
                  <a:lnTo>
                    <a:pt x="3943858" y="4572"/>
                  </a:lnTo>
                  <a:lnTo>
                    <a:pt x="3918458" y="4572"/>
                  </a:lnTo>
                  <a:close/>
                  <a:moveTo>
                    <a:pt x="3969258" y="4572"/>
                  </a:moveTo>
                  <a:lnTo>
                    <a:pt x="3994658" y="4572"/>
                  </a:lnTo>
                  <a:lnTo>
                    <a:pt x="3969258" y="4572"/>
                  </a:lnTo>
                  <a:close/>
                  <a:moveTo>
                    <a:pt x="4020058" y="4572"/>
                  </a:moveTo>
                  <a:lnTo>
                    <a:pt x="4045458" y="4572"/>
                  </a:lnTo>
                  <a:lnTo>
                    <a:pt x="4020058" y="4572"/>
                  </a:lnTo>
                  <a:close/>
                  <a:moveTo>
                    <a:pt x="4070858" y="4572"/>
                  </a:moveTo>
                  <a:lnTo>
                    <a:pt x="4096258" y="4572"/>
                  </a:lnTo>
                  <a:lnTo>
                    <a:pt x="4070858" y="4572"/>
                  </a:lnTo>
                  <a:close/>
                  <a:moveTo>
                    <a:pt x="4121658" y="4572"/>
                  </a:moveTo>
                  <a:lnTo>
                    <a:pt x="4147058" y="4572"/>
                  </a:lnTo>
                  <a:lnTo>
                    <a:pt x="4121658" y="4572"/>
                  </a:lnTo>
                  <a:close/>
                  <a:moveTo>
                    <a:pt x="4172458" y="4572"/>
                  </a:moveTo>
                  <a:lnTo>
                    <a:pt x="4197858" y="4572"/>
                  </a:lnTo>
                  <a:lnTo>
                    <a:pt x="4172458" y="4572"/>
                  </a:lnTo>
                  <a:close/>
                  <a:moveTo>
                    <a:pt x="4223258" y="4572"/>
                  </a:moveTo>
                  <a:lnTo>
                    <a:pt x="4248658" y="4572"/>
                  </a:lnTo>
                  <a:lnTo>
                    <a:pt x="4223258" y="4572"/>
                  </a:lnTo>
                  <a:close/>
                  <a:moveTo>
                    <a:pt x="4274058" y="4572"/>
                  </a:moveTo>
                  <a:lnTo>
                    <a:pt x="4299458" y="4572"/>
                  </a:lnTo>
                  <a:lnTo>
                    <a:pt x="4274058" y="4572"/>
                  </a:lnTo>
                  <a:close/>
                  <a:moveTo>
                    <a:pt x="4324858" y="4572"/>
                  </a:moveTo>
                  <a:lnTo>
                    <a:pt x="4350258" y="4572"/>
                  </a:lnTo>
                  <a:lnTo>
                    <a:pt x="4324858" y="4572"/>
                  </a:lnTo>
                  <a:close/>
                  <a:moveTo>
                    <a:pt x="4375658" y="4572"/>
                  </a:moveTo>
                  <a:lnTo>
                    <a:pt x="4401058" y="4572"/>
                  </a:lnTo>
                  <a:lnTo>
                    <a:pt x="4375658" y="4572"/>
                  </a:lnTo>
                  <a:close/>
                  <a:moveTo>
                    <a:pt x="4426458" y="4572"/>
                  </a:moveTo>
                  <a:lnTo>
                    <a:pt x="4451858" y="4572"/>
                  </a:lnTo>
                  <a:lnTo>
                    <a:pt x="4426458" y="4572"/>
                  </a:lnTo>
                  <a:close/>
                  <a:moveTo>
                    <a:pt x="4477258" y="4572"/>
                  </a:moveTo>
                  <a:lnTo>
                    <a:pt x="4502658" y="4572"/>
                  </a:lnTo>
                  <a:lnTo>
                    <a:pt x="4477258" y="4572"/>
                  </a:lnTo>
                  <a:close/>
                  <a:moveTo>
                    <a:pt x="4528058" y="4572"/>
                  </a:moveTo>
                  <a:lnTo>
                    <a:pt x="4553458" y="4572"/>
                  </a:lnTo>
                  <a:lnTo>
                    <a:pt x="4528058" y="4572"/>
                  </a:lnTo>
                  <a:close/>
                  <a:moveTo>
                    <a:pt x="4578858" y="4572"/>
                  </a:moveTo>
                  <a:lnTo>
                    <a:pt x="4604258" y="4572"/>
                  </a:lnTo>
                  <a:lnTo>
                    <a:pt x="4578858" y="4572"/>
                  </a:lnTo>
                  <a:close/>
                  <a:moveTo>
                    <a:pt x="4619879" y="18923"/>
                  </a:moveTo>
                  <a:lnTo>
                    <a:pt x="4619879" y="44323"/>
                  </a:lnTo>
                  <a:lnTo>
                    <a:pt x="4615307" y="44323"/>
                  </a:lnTo>
                  <a:lnTo>
                    <a:pt x="4615307" y="18923"/>
                  </a:lnTo>
                  <a:close/>
                  <a:moveTo>
                    <a:pt x="4615307" y="69723"/>
                  </a:moveTo>
                  <a:lnTo>
                    <a:pt x="4615307" y="95123"/>
                  </a:lnTo>
                  <a:lnTo>
                    <a:pt x="4610735" y="95123"/>
                  </a:lnTo>
                  <a:lnTo>
                    <a:pt x="4610735" y="69723"/>
                  </a:lnTo>
                  <a:close/>
                  <a:moveTo>
                    <a:pt x="4610735" y="120523"/>
                  </a:moveTo>
                  <a:lnTo>
                    <a:pt x="4610735" y="145923"/>
                  </a:lnTo>
                  <a:lnTo>
                    <a:pt x="4606163" y="145923"/>
                  </a:lnTo>
                  <a:lnTo>
                    <a:pt x="4606163" y="120523"/>
                  </a:lnTo>
                  <a:close/>
                  <a:moveTo>
                    <a:pt x="4606163" y="171323"/>
                  </a:moveTo>
                  <a:lnTo>
                    <a:pt x="4606163" y="196723"/>
                  </a:lnTo>
                  <a:lnTo>
                    <a:pt x="4601591" y="196723"/>
                  </a:lnTo>
                  <a:lnTo>
                    <a:pt x="4601591" y="171323"/>
                  </a:lnTo>
                  <a:close/>
                  <a:moveTo>
                    <a:pt x="4601591" y="222123"/>
                  </a:moveTo>
                  <a:lnTo>
                    <a:pt x="4601591" y="247523"/>
                  </a:lnTo>
                  <a:lnTo>
                    <a:pt x="4597019" y="247523"/>
                  </a:lnTo>
                  <a:lnTo>
                    <a:pt x="4597019" y="222123"/>
                  </a:lnTo>
                  <a:close/>
                  <a:moveTo>
                    <a:pt x="4597019" y="272923"/>
                  </a:moveTo>
                  <a:lnTo>
                    <a:pt x="4597019" y="298323"/>
                  </a:lnTo>
                  <a:lnTo>
                    <a:pt x="4592447" y="298323"/>
                  </a:lnTo>
                  <a:lnTo>
                    <a:pt x="4592447" y="272923"/>
                  </a:lnTo>
                  <a:close/>
                  <a:moveTo>
                    <a:pt x="4592447" y="323723"/>
                  </a:moveTo>
                  <a:lnTo>
                    <a:pt x="4592447" y="349123"/>
                  </a:lnTo>
                  <a:lnTo>
                    <a:pt x="4587875" y="349123"/>
                  </a:lnTo>
                  <a:lnTo>
                    <a:pt x="4587875" y="323723"/>
                  </a:lnTo>
                  <a:close/>
                  <a:moveTo>
                    <a:pt x="4587875" y="374523"/>
                  </a:moveTo>
                  <a:lnTo>
                    <a:pt x="4587875" y="399923"/>
                  </a:lnTo>
                  <a:lnTo>
                    <a:pt x="4583303" y="399923"/>
                  </a:lnTo>
                  <a:lnTo>
                    <a:pt x="4583303" y="374523"/>
                  </a:lnTo>
                  <a:close/>
                  <a:moveTo>
                    <a:pt x="4583303" y="425323"/>
                  </a:moveTo>
                  <a:lnTo>
                    <a:pt x="4583303" y="450723"/>
                  </a:lnTo>
                  <a:lnTo>
                    <a:pt x="4578731" y="450723"/>
                  </a:lnTo>
                  <a:lnTo>
                    <a:pt x="4578731" y="425323"/>
                  </a:lnTo>
                  <a:close/>
                  <a:moveTo>
                    <a:pt x="4578731" y="476123"/>
                  </a:moveTo>
                  <a:lnTo>
                    <a:pt x="4578731" y="501523"/>
                  </a:lnTo>
                  <a:lnTo>
                    <a:pt x="4574159" y="501523"/>
                  </a:lnTo>
                  <a:lnTo>
                    <a:pt x="4574159" y="476123"/>
                  </a:lnTo>
                  <a:close/>
                  <a:moveTo>
                    <a:pt x="4574159" y="526923"/>
                  </a:moveTo>
                  <a:lnTo>
                    <a:pt x="4574159" y="552323"/>
                  </a:lnTo>
                  <a:lnTo>
                    <a:pt x="4569587" y="552323"/>
                  </a:lnTo>
                  <a:lnTo>
                    <a:pt x="4569587" y="526923"/>
                  </a:lnTo>
                  <a:close/>
                  <a:moveTo>
                    <a:pt x="4569587" y="577723"/>
                  </a:moveTo>
                  <a:lnTo>
                    <a:pt x="4569587" y="603123"/>
                  </a:lnTo>
                  <a:lnTo>
                    <a:pt x="4565015" y="603123"/>
                  </a:lnTo>
                  <a:lnTo>
                    <a:pt x="4565015" y="577723"/>
                  </a:lnTo>
                  <a:close/>
                  <a:moveTo>
                    <a:pt x="4565015" y="628523"/>
                  </a:moveTo>
                  <a:lnTo>
                    <a:pt x="4565015" y="653923"/>
                  </a:lnTo>
                  <a:lnTo>
                    <a:pt x="4560443" y="653923"/>
                  </a:lnTo>
                  <a:lnTo>
                    <a:pt x="4560443" y="628523"/>
                  </a:lnTo>
                  <a:close/>
                  <a:moveTo>
                    <a:pt x="4560443" y="679323"/>
                  </a:moveTo>
                  <a:lnTo>
                    <a:pt x="4560443" y="704723"/>
                  </a:lnTo>
                  <a:lnTo>
                    <a:pt x="4555871" y="704723"/>
                  </a:lnTo>
                  <a:lnTo>
                    <a:pt x="4555871" y="679323"/>
                  </a:lnTo>
                  <a:close/>
                  <a:moveTo>
                    <a:pt x="4555871" y="730123"/>
                  </a:moveTo>
                  <a:lnTo>
                    <a:pt x="4555871" y="755523"/>
                  </a:lnTo>
                  <a:lnTo>
                    <a:pt x="4551299" y="755523"/>
                  </a:lnTo>
                  <a:lnTo>
                    <a:pt x="4551299" y="730123"/>
                  </a:lnTo>
                  <a:close/>
                  <a:moveTo>
                    <a:pt x="4551299" y="780923"/>
                  </a:moveTo>
                  <a:lnTo>
                    <a:pt x="4551299" y="806323"/>
                  </a:lnTo>
                  <a:lnTo>
                    <a:pt x="4546727" y="806323"/>
                  </a:lnTo>
                  <a:lnTo>
                    <a:pt x="4546727" y="780923"/>
                  </a:lnTo>
                  <a:close/>
                  <a:moveTo>
                    <a:pt x="4546727" y="831723"/>
                  </a:moveTo>
                  <a:lnTo>
                    <a:pt x="4546727" y="857123"/>
                  </a:lnTo>
                  <a:lnTo>
                    <a:pt x="4542155" y="857123"/>
                  </a:lnTo>
                  <a:lnTo>
                    <a:pt x="4542155" y="831723"/>
                  </a:lnTo>
                  <a:close/>
                  <a:moveTo>
                    <a:pt x="4542155" y="882523"/>
                  </a:moveTo>
                  <a:lnTo>
                    <a:pt x="4542155" y="907923"/>
                  </a:lnTo>
                  <a:lnTo>
                    <a:pt x="4537583" y="907923"/>
                  </a:lnTo>
                  <a:lnTo>
                    <a:pt x="4537583" y="882523"/>
                  </a:lnTo>
                  <a:close/>
                  <a:moveTo>
                    <a:pt x="4537583" y="933323"/>
                  </a:moveTo>
                  <a:lnTo>
                    <a:pt x="4537583" y="958723"/>
                  </a:lnTo>
                  <a:lnTo>
                    <a:pt x="4533011" y="958723"/>
                  </a:lnTo>
                  <a:lnTo>
                    <a:pt x="4533011" y="933323"/>
                  </a:lnTo>
                  <a:close/>
                  <a:moveTo>
                    <a:pt x="4533011" y="984123"/>
                  </a:moveTo>
                  <a:lnTo>
                    <a:pt x="4533011" y="1009523"/>
                  </a:lnTo>
                  <a:lnTo>
                    <a:pt x="4528439" y="1009523"/>
                  </a:lnTo>
                  <a:lnTo>
                    <a:pt x="4528439" y="984123"/>
                  </a:lnTo>
                  <a:close/>
                  <a:moveTo>
                    <a:pt x="4528439" y="1034923"/>
                  </a:moveTo>
                  <a:lnTo>
                    <a:pt x="4528439" y="1060323"/>
                  </a:lnTo>
                  <a:lnTo>
                    <a:pt x="4523867" y="1060323"/>
                  </a:lnTo>
                  <a:lnTo>
                    <a:pt x="4523867" y="1034923"/>
                  </a:lnTo>
                  <a:close/>
                  <a:moveTo>
                    <a:pt x="4523867" y="1085723"/>
                  </a:moveTo>
                  <a:lnTo>
                    <a:pt x="4523867" y="1111123"/>
                  </a:lnTo>
                  <a:lnTo>
                    <a:pt x="4519295" y="1111123"/>
                  </a:lnTo>
                  <a:lnTo>
                    <a:pt x="4519295" y="1085723"/>
                  </a:lnTo>
                  <a:close/>
                  <a:moveTo>
                    <a:pt x="4519295" y="1136523"/>
                  </a:moveTo>
                  <a:lnTo>
                    <a:pt x="4519295" y="1161923"/>
                  </a:lnTo>
                  <a:lnTo>
                    <a:pt x="4514723" y="1161923"/>
                  </a:lnTo>
                  <a:lnTo>
                    <a:pt x="4514723" y="1136523"/>
                  </a:lnTo>
                  <a:close/>
                  <a:moveTo>
                    <a:pt x="4514723" y="1187323"/>
                  </a:moveTo>
                  <a:lnTo>
                    <a:pt x="4514723" y="1200658"/>
                  </a:lnTo>
                  <a:cubicBezTo>
                    <a:pt x="4514723" y="1201928"/>
                    <a:pt x="4513707" y="1202944"/>
                    <a:pt x="4512437" y="1202944"/>
                  </a:cubicBezTo>
                  <a:lnTo>
                    <a:pt x="4500372" y="1202944"/>
                  </a:lnTo>
                  <a:lnTo>
                    <a:pt x="4500372" y="1193800"/>
                  </a:lnTo>
                  <a:lnTo>
                    <a:pt x="4512437" y="1193800"/>
                  </a:lnTo>
                  <a:lnTo>
                    <a:pt x="4512437" y="1196086"/>
                  </a:lnTo>
                  <a:lnTo>
                    <a:pt x="4510151" y="1196086"/>
                  </a:lnTo>
                  <a:lnTo>
                    <a:pt x="4510151" y="1182751"/>
                  </a:lnTo>
                  <a:close/>
                  <a:moveTo>
                    <a:pt x="4470400" y="1198372"/>
                  </a:moveTo>
                  <a:lnTo>
                    <a:pt x="4445000" y="1198372"/>
                  </a:lnTo>
                  <a:lnTo>
                    <a:pt x="4445000" y="1193800"/>
                  </a:lnTo>
                  <a:lnTo>
                    <a:pt x="4470400" y="1193800"/>
                  </a:lnTo>
                  <a:close/>
                  <a:moveTo>
                    <a:pt x="4419600" y="1193800"/>
                  </a:moveTo>
                  <a:lnTo>
                    <a:pt x="4394200" y="1193800"/>
                  </a:lnTo>
                  <a:lnTo>
                    <a:pt x="4419600" y="1193800"/>
                  </a:lnTo>
                  <a:close/>
                  <a:moveTo>
                    <a:pt x="4368800" y="1193800"/>
                  </a:moveTo>
                  <a:lnTo>
                    <a:pt x="4343400" y="1193800"/>
                  </a:lnTo>
                  <a:lnTo>
                    <a:pt x="4368800" y="1193800"/>
                  </a:lnTo>
                  <a:close/>
                  <a:moveTo>
                    <a:pt x="4318000" y="1193800"/>
                  </a:moveTo>
                  <a:lnTo>
                    <a:pt x="4292600" y="1193800"/>
                  </a:lnTo>
                  <a:lnTo>
                    <a:pt x="4318000" y="1193800"/>
                  </a:lnTo>
                  <a:close/>
                  <a:moveTo>
                    <a:pt x="4267200" y="1193800"/>
                  </a:moveTo>
                  <a:lnTo>
                    <a:pt x="4241800" y="1193800"/>
                  </a:lnTo>
                  <a:lnTo>
                    <a:pt x="4267200" y="1193800"/>
                  </a:lnTo>
                  <a:close/>
                  <a:moveTo>
                    <a:pt x="4216400" y="1193800"/>
                  </a:moveTo>
                  <a:lnTo>
                    <a:pt x="4191000" y="1193800"/>
                  </a:lnTo>
                  <a:lnTo>
                    <a:pt x="4216400" y="1193800"/>
                  </a:lnTo>
                  <a:close/>
                  <a:moveTo>
                    <a:pt x="4165600" y="1193800"/>
                  </a:moveTo>
                  <a:lnTo>
                    <a:pt x="4140200" y="1193800"/>
                  </a:lnTo>
                  <a:lnTo>
                    <a:pt x="4165600" y="1193800"/>
                  </a:lnTo>
                  <a:close/>
                  <a:moveTo>
                    <a:pt x="4114800" y="1193800"/>
                  </a:moveTo>
                  <a:lnTo>
                    <a:pt x="4089400" y="1193800"/>
                  </a:lnTo>
                  <a:lnTo>
                    <a:pt x="4114800" y="1193800"/>
                  </a:lnTo>
                  <a:close/>
                  <a:moveTo>
                    <a:pt x="4064000" y="1193800"/>
                  </a:moveTo>
                  <a:lnTo>
                    <a:pt x="4038600" y="1193800"/>
                  </a:lnTo>
                  <a:lnTo>
                    <a:pt x="4064000" y="1193800"/>
                  </a:lnTo>
                  <a:close/>
                  <a:moveTo>
                    <a:pt x="4013200" y="1193800"/>
                  </a:moveTo>
                  <a:lnTo>
                    <a:pt x="3987800" y="1193800"/>
                  </a:lnTo>
                  <a:lnTo>
                    <a:pt x="4013200" y="1193800"/>
                  </a:lnTo>
                  <a:close/>
                  <a:moveTo>
                    <a:pt x="3962400" y="1193800"/>
                  </a:moveTo>
                  <a:lnTo>
                    <a:pt x="3937000" y="1193800"/>
                  </a:lnTo>
                  <a:lnTo>
                    <a:pt x="3962400" y="1193800"/>
                  </a:lnTo>
                  <a:close/>
                  <a:moveTo>
                    <a:pt x="3911600" y="1193800"/>
                  </a:moveTo>
                  <a:lnTo>
                    <a:pt x="3886200" y="1193800"/>
                  </a:lnTo>
                  <a:lnTo>
                    <a:pt x="3911600" y="1193800"/>
                  </a:lnTo>
                  <a:close/>
                  <a:moveTo>
                    <a:pt x="3860800" y="1193800"/>
                  </a:moveTo>
                  <a:lnTo>
                    <a:pt x="3835400" y="1193800"/>
                  </a:lnTo>
                  <a:lnTo>
                    <a:pt x="3860800" y="1193800"/>
                  </a:lnTo>
                  <a:close/>
                  <a:moveTo>
                    <a:pt x="3810000" y="1193800"/>
                  </a:moveTo>
                  <a:lnTo>
                    <a:pt x="3784600" y="1193800"/>
                  </a:lnTo>
                  <a:lnTo>
                    <a:pt x="3810000" y="1193800"/>
                  </a:lnTo>
                  <a:close/>
                  <a:moveTo>
                    <a:pt x="3759200" y="1193800"/>
                  </a:moveTo>
                  <a:lnTo>
                    <a:pt x="3733800" y="1193800"/>
                  </a:lnTo>
                  <a:lnTo>
                    <a:pt x="3759200" y="1193800"/>
                  </a:lnTo>
                  <a:close/>
                  <a:moveTo>
                    <a:pt x="3708400" y="1193800"/>
                  </a:moveTo>
                  <a:lnTo>
                    <a:pt x="3683000" y="1193800"/>
                  </a:lnTo>
                  <a:lnTo>
                    <a:pt x="3708400" y="1193800"/>
                  </a:lnTo>
                  <a:close/>
                  <a:moveTo>
                    <a:pt x="3657600" y="1193800"/>
                  </a:moveTo>
                  <a:lnTo>
                    <a:pt x="3632200" y="1193800"/>
                  </a:lnTo>
                  <a:lnTo>
                    <a:pt x="3657600" y="1193800"/>
                  </a:lnTo>
                  <a:close/>
                  <a:moveTo>
                    <a:pt x="3606800" y="1193800"/>
                  </a:moveTo>
                  <a:lnTo>
                    <a:pt x="3581400" y="1193800"/>
                  </a:lnTo>
                  <a:lnTo>
                    <a:pt x="3606800" y="1193800"/>
                  </a:lnTo>
                  <a:close/>
                  <a:moveTo>
                    <a:pt x="3556000" y="1193800"/>
                  </a:moveTo>
                  <a:lnTo>
                    <a:pt x="3530600" y="1193800"/>
                  </a:lnTo>
                  <a:lnTo>
                    <a:pt x="3556000" y="1193800"/>
                  </a:lnTo>
                  <a:close/>
                  <a:moveTo>
                    <a:pt x="3505200" y="1193800"/>
                  </a:moveTo>
                  <a:lnTo>
                    <a:pt x="3479800" y="1193800"/>
                  </a:lnTo>
                  <a:lnTo>
                    <a:pt x="3505200" y="1193800"/>
                  </a:lnTo>
                  <a:close/>
                  <a:moveTo>
                    <a:pt x="3454400" y="1193800"/>
                  </a:moveTo>
                  <a:lnTo>
                    <a:pt x="3429000" y="1193800"/>
                  </a:lnTo>
                  <a:lnTo>
                    <a:pt x="3454400" y="1193800"/>
                  </a:lnTo>
                  <a:close/>
                  <a:moveTo>
                    <a:pt x="3403600" y="1193800"/>
                  </a:moveTo>
                  <a:lnTo>
                    <a:pt x="3378200" y="1193800"/>
                  </a:lnTo>
                  <a:lnTo>
                    <a:pt x="3403600" y="1193800"/>
                  </a:lnTo>
                  <a:close/>
                  <a:moveTo>
                    <a:pt x="3352800" y="1193800"/>
                  </a:moveTo>
                  <a:lnTo>
                    <a:pt x="3327400" y="1193800"/>
                  </a:lnTo>
                  <a:lnTo>
                    <a:pt x="3352800" y="1193800"/>
                  </a:lnTo>
                  <a:close/>
                  <a:moveTo>
                    <a:pt x="3302000" y="1193800"/>
                  </a:moveTo>
                  <a:lnTo>
                    <a:pt x="3276600" y="1193800"/>
                  </a:lnTo>
                  <a:lnTo>
                    <a:pt x="3302000" y="1193800"/>
                  </a:lnTo>
                  <a:close/>
                  <a:moveTo>
                    <a:pt x="3251200" y="1193800"/>
                  </a:moveTo>
                  <a:lnTo>
                    <a:pt x="3225800" y="1193800"/>
                  </a:lnTo>
                  <a:lnTo>
                    <a:pt x="3251200" y="1193800"/>
                  </a:lnTo>
                  <a:close/>
                  <a:moveTo>
                    <a:pt x="3200400" y="1193800"/>
                  </a:moveTo>
                  <a:lnTo>
                    <a:pt x="3175000" y="1193800"/>
                  </a:lnTo>
                  <a:lnTo>
                    <a:pt x="3200400" y="1193800"/>
                  </a:lnTo>
                  <a:close/>
                  <a:moveTo>
                    <a:pt x="3149600" y="1193800"/>
                  </a:moveTo>
                  <a:lnTo>
                    <a:pt x="3124200" y="1193800"/>
                  </a:lnTo>
                  <a:lnTo>
                    <a:pt x="3149600" y="1193800"/>
                  </a:lnTo>
                  <a:close/>
                  <a:moveTo>
                    <a:pt x="3098800" y="1193800"/>
                  </a:moveTo>
                  <a:lnTo>
                    <a:pt x="3073400" y="1193800"/>
                  </a:lnTo>
                  <a:lnTo>
                    <a:pt x="3098800" y="1193800"/>
                  </a:lnTo>
                  <a:close/>
                  <a:moveTo>
                    <a:pt x="3048000" y="1193800"/>
                  </a:moveTo>
                  <a:lnTo>
                    <a:pt x="3022600" y="1193800"/>
                  </a:lnTo>
                  <a:lnTo>
                    <a:pt x="3048000" y="1193800"/>
                  </a:lnTo>
                  <a:close/>
                  <a:moveTo>
                    <a:pt x="2997200" y="1193800"/>
                  </a:moveTo>
                  <a:lnTo>
                    <a:pt x="2971800" y="1193800"/>
                  </a:lnTo>
                  <a:lnTo>
                    <a:pt x="2997200" y="1193800"/>
                  </a:lnTo>
                  <a:close/>
                  <a:moveTo>
                    <a:pt x="2946400" y="1193800"/>
                  </a:moveTo>
                  <a:lnTo>
                    <a:pt x="2921000" y="1193800"/>
                  </a:lnTo>
                  <a:lnTo>
                    <a:pt x="2946400" y="1193800"/>
                  </a:lnTo>
                  <a:close/>
                  <a:moveTo>
                    <a:pt x="2895600" y="1193800"/>
                  </a:moveTo>
                  <a:lnTo>
                    <a:pt x="2870200" y="1193800"/>
                  </a:lnTo>
                  <a:lnTo>
                    <a:pt x="2895600" y="1193800"/>
                  </a:lnTo>
                  <a:close/>
                  <a:moveTo>
                    <a:pt x="2844800" y="1193800"/>
                  </a:moveTo>
                  <a:lnTo>
                    <a:pt x="2819400" y="1193800"/>
                  </a:lnTo>
                  <a:lnTo>
                    <a:pt x="2844800" y="1193800"/>
                  </a:lnTo>
                  <a:close/>
                  <a:moveTo>
                    <a:pt x="2794000" y="1193800"/>
                  </a:moveTo>
                  <a:lnTo>
                    <a:pt x="2768600" y="1193800"/>
                  </a:lnTo>
                  <a:lnTo>
                    <a:pt x="2794000" y="1193800"/>
                  </a:lnTo>
                  <a:close/>
                  <a:moveTo>
                    <a:pt x="2743200" y="1193800"/>
                  </a:moveTo>
                  <a:lnTo>
                    <a:pt x="2717800" y="1193800"/>
                  </a:lnTo>
                  <a:lnTo>
                    <a:pt x="2743200" y="1193800"/>
                  </a:lnTo>
                  <a:close/>
                  <a:moveTo>
                    <a:pt x="2692400" y="1193800"/>
                  </a:moveTo>
                  <a:lnTo>
                    <a:pt x="2667000" y="1193800"/>
                  </a:lnTo>
                  <a:lnTo>
                    <a:pt x="2692400" y="1193800"/>
                  </a:lnTo>
                  <a:close/>
                  <a:moveTo>
                    <a:pt x="2641600" y="1193800"/>
                  </a:moveTo>
                  <a:lnTo>
                    <a:pt x="2616200" y="1193800"/>
                  </a:lnTo>
                  <a:lnTo>
                    <a:pt x="2641600" y="1193800"/>
                  </a:lnTo>
                  <a:close/>
                  <a:moveTo>
                    <a:pt x="2590800" y="1193800"/>
                  </a:moveTo>
                  <a:lnTo>
                    <a:pt x="2565400" y="1193800"/>
                  </a:lnTo>
                  <a:lnTo>
                    <a:pt x="2590800" y="1193800"/>
                  </a:lnTo>
                  <a:close/>
                  <a:moveTo>
                    <a:pt x="2540000" y="1193800"/>
                  </a:moveTo>
                  <a:lnTo>
                    <a:pt x="2514600" y="1193800"/>
                  </a:lnTo>
                  <a:lnTo>
                    <a:pt x="2540000" y="1193800"/>
                  </a:lnTo>
                  <a:close/>
                  <a:moveTo>
                    <a:pt x="2489200" y="1193800"/>
                  </a:moveTo>
                  <a:lnTo>
                    <a:pt x="2463800" y="1193800"/>
                  </a:lnTo>
                  <a:lnTo>
                    <a:pt x="2489200" y="1193800"/>
                  </a:lnTo>
                  <a:close/>
                  <a:moveTo>
                    <a:pt x="2438400" y="1193800"/>
                  </a:moveTo>
                  <a:lnTo>
                    <a:pt x="2413000" y="1193800"/>
                  </a:lnTo>
                  <a:lnTo>
                    <a:pt x="2438400" y="1193800"/>
                  </a:lnTo>
                  <a:close/>
                  <a:moveTo>
                    <a:pt x="2387600" y="1193800"/>
                  </a:moveTo>
                  <a:lnTo>
                    <a:pt x="2362200" y="1193800"/>
                  </a:lnTo>
                  <a:lnTo>
                    <a:pt x="2387600" y="1193800"/>
                  </a:lnTo>
                  <a:close/>
                  <a:moveTo>
                    <a:pt x="2336800" y="1193800"/>
                  </a:moveTo>
                  <a:lnTo>
                    <a:pt x="2311400" y="1193800"/>
                  </a:lnTo>
                  <a:lnTo>
                    <a:pt x="2336800" y="1193800"/>
                  </a:lnTo>
                  <a:close/>
                  <a:moveTo>
                    <a:pt x="2286000" y="1193800"/>
                  </a:moveTo>
                  <a:lnTo>
                    <a:pt x="2260600" y="1193800"/>
                  </a:lnTo>
                  <a:lnTo>
                    <a:pt x="2286000" y="1193800"/>
                  </a:lnTo>
                  <a:close/>
                  <a:moveTo>
                    <a:pt x="2235200" y="1193800"/>
                  </a:moveTo>
                  <a:lnTo>
                    <a:pt x="2209800" y="1193800"/>
                  </a:lnTo>
                  <a:lnTo>
                    <a:pt x="2235200" y="1193800"/>
                  </a:lnTo>
                  <a:close/>
                  <a:moveTo>
                    <a:pt x="2184400" y="1193800"/>
                  </a:moveTo>
                  <a:lnTo>
                    <a:pt x="2159000" y="1193800"/>
                  </a:lnTo>
                  <a:lnTo>
                    <a:pt x="2184400" y="1193800"/>
                  </a:lnTo>
                  <a:close/>
                  <a:moveTo>
                    <a:pt x="2133600" y="1193800"/>
                  </a:moveTo>
                  <a:lnTo>
                    <a:pt x="2108200" y="1193800"/>
                  </a:lnTo>
                  <a:lnTo>
                    <a:pt x="2133600" y="1193800"/>
                  </a:lnTo>
                  <a:close/>
                  <a:moveTo>
                    <a:pt x="2082800" y="1193800"/>
                  </a:moveTo>
                  <a:lnTo>
                    <a:pt x="2057400" y="1193800"/>
                  </a:lnTo>
                  <a:lnTo>
                    <a:pt x="2082800" y="1193800"/>
                  </a:lnTo>
                  <a:close/>
                  <a:moveTo>
                    <a:pt x="2032000" y="1193800"/>
                  </a:moveTo>
                  <a:lnTo>
                    <a:pt x="2006600" y="1193800"/>
                  </a:lnTo>
                  <a:lnTo>
                    <a:pt x="2032000" y="1193800"/>
                  </a:lnTo>
                  <a:close/>
                  <a:moveTo>
                    <a:pt x="1981200" y="1193800"/>
                  </a:moveTo>
                  <a:lnTo>
                    <a:pt x="1955800" y="1193800"/>
                  </a:lnTo>
                  <a:lnTo>
                    <a:pt x="1981200" y="1193800"/>
                  </a:lnTo>
                  <a:close/>
                  <a:moveTo>
                    <a:pt x="1930400" y="1193800"/>
                  </a:moveTo>
                  <a:lnTo>
                    <a:pt x="1905000" y="1193800"/>
                  </a:lnTo>
                  <a:lnTo>
                    <a:pt x="1930400" y="1193800"/>
                  </a:lnTo>
                  <a:close/>
                  <a:moveTo>
                    <a:pt x="1879600" y="1193800"/>
                  </a:moveTo>
                  <a:lnTo>
                    <a:pt x="1854200" y="1193800"/>
                  </a:lnTo>
                  <a:lnTo>
                    <a:pt x="1879600" y="1193800"/>
                  </a:lnTo>
                  <a:close/>
                  <a:moveTo>
                    <a:pt x="1828800" y="1193800"/>
                  </a:moveTo>
                  <a:lnTo>
                    <a:pt x="1803400" y="1193800"/>
                  </a:lnTo>
                  <a:lnTo>
                    <a:pt x="1828800" y="1193800"/>
                  </a:lnTo>
                  <a:close/>
                  <a:moveTo>
                    <a:pt x="1778000" y="1193800"/>
                  </a:moveTo>
                  <a:lnTo>
                    <a:pt x="1752600" y="1193800"/>
                  </a:lnTo>
                  <a:lnTo>
                    <a:pt x="1778000" y="1193800"/>
                  </a:lnTo>
                  <a:close/>
                  <a:moveTo>
                    <a:pt x="1727200" y="1193800"/>
                  </a:moveTo>
                  <a:lnTo>
                    <a:pt x="1701800" y="1193800"/>
                  </a:lnTo>
                  <a:lnTo>
                    <a:pt x="1727200" y="1193800"/>
                  </a:lnTo>
                  <a:close/>
                  <a:moveTo>
                    <a:pt x="1676400" y="1193800"/>
                  </a:moveTo>
                  <a:lnTo>
                    <a:pt x="1651000" y="1193800"/>
                  </a:lnTo>
                  <a:lnTo>
                    <a:pt x="1676400" y="1193800"/>
                  </a:lnTo>
                  <a:close/>
                  <a:moveTo>
                    <a:pt x="1625600" y="1193800"/>
                  </a:moveTo>
                  <a:lnTo>
                    <a:pt x="1600200" y="1193800"/>
                  </a:lnTo>
                  <a:lnTo>
                    <a:pt x="1625600" y="1193800"/>
                  </a:lnTo>
                  <a:close/>
                  <a:moveTo>
                    <a:pt x="1574800" y="1193800"/>
                  </a:moveTo>
                  <a:lnTo>
                    <a:pt x="1549400" y="1193800"/>
                  </a:lnTo>
                  <a:lnTo>
                    <a:pt x="1574800" y="1193800"/>
                  </a:lnTo>
                  <a:close/>
                  <a:moveTo>
                    <a:pt x="1524000" y="1193800"/>
                  </a:moveTo>
                  <a:lnTo>
                    <a:pt x="1498600" y="1193800"/>
                  </a:lnTo>
                  <a:lnTo>
                    <a:pt x="1524000" y="1193800"/>
                  </a:lnTo>
                  <a:close/>
                  <a:moveTo>
                    <a:pt x="1473200" y="1193800"/>
                  </a:moveTo>
                  <a:lnTo>
                    <a:pt x="1447800" y="1193800"/>
                  </a:lnTo>
                  <a:lnTo>
                    <a:pt x="1473200" y="1193800"/>
                  </a:lnTo>
                  <a:close/>
                  <a:moveTo>
                    <a:pt x="1422400" y="1193800"/>
                  </a:moveTo>
                  <a:lnTo>
                    <a:pt x="1397000" y="1193800"/>
                  </a:lnTo>
                  <a:lnTo>
                    <a:pt x="1422400" y="1193800"/>
                  </a:lnTo>
                  <a:close/>
                  <a:moveTo>
                    <a:pt x="1371600" y="1193800"/>
                  </a:moveTo>
                  <a:lnTo>
                    <a:pt x="1346200" y="1193800"/>
                  </a:lnTo>
                  <a:lnTo>
                    <a:pt x="1371600" y="1193800"/>
                  </a:lnTo>
                  <a:close/>
                  <a:moveTo>
                    <a:pt x="1320800" y="1193800"/>
                  </a:moveTo>
                  <a:lnTo>
                    <a:pt x="1295400" y="1193800"/>
                  </a:lnTo>
                  <a:lnTo>
                    <a:pt x="1320800" y="1193800"/>
                  </a:lnTo>
                  <a:close/>
                  <a:moveTo>
                    <a:pt x="1270000" y="1193800"/>
                  </a:moveTo>
                  <a:lnTo>
                    <a:pt x="1244600" y="1193800"/>
                  </a:lnTo>
                  <a:lnTo>
                    <a:pt x="1270000" y="1193800"/>
                  </a:lnTo>
                  <a:close/>
                  <a:moveTo>
                    <a:pt x="1219200" y="1193800"/>
                  </a:moveTo>
                  <a:lnTo>
                    <a:pt x="1193800" y="1193800"/>
                  </a:lnTo>
                  <a:lnTo>
                    <a:pt x="1219200" y="1193800"/>
                  </a:lnTo>
                  <a:close/>
                  <a:moveTo>
                    <a:pt x="1168400" y="1193800"/>
                  </a:moveTo>
                  <a:lnTo>
                    <a:pt x="1143000" y="1193800"/>
                  </a:lnTo>
                  <a:lnTo>
                    <a:pt x="1168400" y="1193800"/>
                  </a:lnTo>
                  <a:close/>
                  <a:moveTo>
                    <a:pt x="1117600" y="1193800"/>
                  </a:moveTo>
                  <a:lnTo>
                    <a:pt x="1092200" y="1193800"/>
                  </a:lnTo>
                  <a:lnTo>
                    <a:pt x="1117600" y="1193800"/>
                  </a:lnTo>
                  <a:close/>
                  <a:moveTo>
                    <a:pt x="1066800" y="1193800"/>
                  </a:moveTo>
                  <a:lnTo>
                    <a:pt x="1041400" y="1193800"/>
                  </a:lnTo>
                  <a:lnTo>
                    <a:pt x="1066800" y="1193800"/>
                  </a:lnTo>
                  <a:close/>
                  <a:moveTo>
                    <a:pt x="1016000" y="1193800"/>
                  </a:moveTo>
                  <a:lnTo>
                    <a:pt x="990600" y="1193800"/>
                  </a:lnTo>
                  <a:lnTo>
                    <a:pt x="1016000" y="1193800"/>
                  </a:lnTo>
                  <a:close/>
                  <a:moveTo>
                    <a:pt x="965200" y="1193800"/>
                  </a:moveTo>
                  <a:lnTo>
                    <a:pt x="939800" y="1193800"/>
                  </a:lnTo>
                  <a:lnTo>
                    <a:pt x="965200" y="1193800"/>
                  </a:lnTo>
                  <a:close/>
                  <a:moveTo>
                    <a:pt x="914400" y="1193800"/>
                  </a:moveTo>
                  <a:lnTo>
                    <a:pt x="889000" y="1193800"/>
                  </a:lnTo>
                  <a:lnTo>
                    <a:pt x="914400" y="1193800"/>
                  </a:lnTo>
                  <a:close/>
                  <a:moveTo>
                    <a:pt x="863600" y="1193800"/>
                  </a:moveTo>
                  <a:lnTo>
                    <a:pt x="838200" y="1193800"/>
                  </a:lnTo>
                  <a:lnTo>
                    <a:pt x="863600" y="1193800"/>
                  </a:lnTo>
                  <a:close/>
                  <a:moveTo>
                    <a:pt x="812800" y="1193800"/>
                  </a:moveTo>
                  <a:lnTo>
                    <a:pt x="787400" y="1193800"/>
                  </a:lnTo>
                  <a:lnTo>
                    <a:pt x="812800" y="1193800"/>
                  </a:lnTo>
                  <a:close/>
                  <a:moveTo>
                    <a:pt x="762000" y="1193800"/>
                  </a:moveTo>
                  <a:lnTo>
                    <a:pt x="736600" y="1193800"/>
                  </a:lnTo>
                  <a:lnTo>
                    <a:pt x="762000" y="1193800"/>
                  </a:lnTo>
                  <a:close/>
                  <a:moveTo>
                    <a:pt x="711200" y="1193800"/>
                  </a:moveTo>
                  <a:lnTo>
                    <a:pt x="685800" y="1193800"/>
                  </a:lnTo>
                  <a:lnTo>
                    <a:pt x="711200" y="1193800"/>
                  </a:lnTo>
                  <a:close/>
                  <a:moveTo>
                    <a:pt x="660400" y="1193800"/>
                  </a:moveTo>
                  <a:lnTo>
                    <a:pt x="635000" y="1193800"/>
                  </a:lnTo>
                  <a:lnTo>
                    <a:pt x="660400" y="1193800"/>
                  </a:lnTo>
                  <a:close/>
                  <a:moveTo>
                    <a:pt x="609600" y="1193800"/>
                  </a:moveTo>
                  <a:lnTo>
                    <a:pt x="584200" y="1193800"/>
                  </a:lnTo>
                  <a:lnTo>
                    <a:pt x="609600" y="1193800"/>
                  </a:lnTo>
                  <a:close/>
                  <a:moveTo>
                    <a:pt x="558800" y="1193800"/>
                  </a:moveTo>
                  <a:lnTo>
                    <a:pt x="533400" y="1193800"/>
                  </a:lnTo>
                  <a:lnTo>
                    <a:pt x="558800" y="1193800"/>
                  </a:lnTo>
                  <a:close/>
                  <a:moveTo>
                    <a:pt x="508000" y="1193800"/>
                  </a:moveTo>
                  <a:lnTo>
                    <a:pt x="482600" y="1193800"/>
                  </a:lnTo>
                  <a:lnTo>
                    <a:pt x="508000" y="1193800"/>
                  </a:lnTo>
                  <a:close/>
                  <a:moveTo>
                    <a:pt x="457200" y="1193800"/>
                  </a:moveTo>
                  <a:lnTo>
                    <a:pt x="431800" y="1193800"/>
                  </a:lnTo>
                  <a:lnTo>
                    <a:pt x="457200" y="1193800"/>
                  </a:lnTo>
                  <a:close/>
                  <a:moveTo>
                    <a:pt x="406400" y="1193800"/>
                  </a:moveTo>
                  <a:lnTo>
                    <a:pt x="381000" y="1193800"/>
                  </a:lnTo>
                  <a:lnTo>
                    <a:pt x="406400" y="1193800"/>
                  </a:lnTo>
                  <a:close/>
                  <a:moveTo>
                    <a:pt x="355600" y="1193800"/>
                  </a:moveTo>
                  <a:lnTo>
                    <a:pt x="330200" y="1193800"/>
                  </a:lnTo>
                  <a:lnTo>
                    <a:pt x="355600" y="1193800"/>
                  </a:lnTo>
                  <a:close/>
                  <a:moveTo>
                    <a:pt x="304800" y="1193800"/>
                  </a:moveTo>
                  <a:lnTo>
                    <a:pt x="279400" y="1193800"/>
                  </a:lnTo>
                  <a:lnTo>
                    <a:pt x="304800" y="1193800"/>
                  </a:lnTo>
                  <a:close/>
                  <a:moveTo>
                    <a:pt x="254000" y="1193800"/>
                  </a:moveTo>
                  <a:lnTo>
                    <a:pt x="228600" y="1193800"/>
                  </a:lnTo>
                  <a:lnTo>
                    <a:pt x="254000" y="1193800"/>
                  </a:lnTo>
                  <a:close/>
                  <a:moveTo>
                    <a:pt x="203200" y="1193800"/>
                  </a:moveTo>
                  <a:lnTo>
                    <a:pt x="177800" y="1193800"/>
                  </a:lnTo>
                  <a:lnTo>
                    <a:pt x="203200" y="1193800"/>
                  </a:lnTo>
                  <a:close/>
                  <a:moveTo>
                    <a:pt x="152400" y="1193800"/>
                  </a:moveTo>
                  <a:lnTo>
                    <a:pt x="127000" y="1193800"/>
                  </a:lnTo>
                  <a:lnTo>
                    <a:pt x="152400" y="1193800"/>
                  </a:lnTo>
                  <a:close/>
                  <a:moveTo>
                    <a:pt x="101600" y="1193800"/>
                  </a:moveTo>
                  <a:lnTo>
                    <a:pt x="76200" y="1193800"/>
                  </a:lnTo>
                  <a:lnTo>
                    <a:pt x="101600" y="1193800"/>
                  </a:lnTo>
                  <a:close/>
                  <a:moveTo>
                    <a:pt x="50800" y="1193800"/>
                  </a:moveTo>
                  <a:lnTo>
                    <a:pt x="25400" y="1193800"/>
                  </a:lnTo>
                  <a:lnTo>
                    <a:pt x="50800" y="1193800"/>
                  </a:lnTo>
                  <a:close/>
                  <a:moveTo>
                    <a:pt x="0" y="1193800"/>
                  </a:moveTo>
                  <a:lnTo>
                    <a:pt x="108458" y="1193800"/>
                  </a:lnTo>
                  <a:cubicBezTo>
                    <a:pt x="107188" y="1193800"/>
                    <a:pt x="106172" y="1192784"/>
                    <a:pt x="106172" y="1191514"/>
                  </a:cubicBezTo>
                  <a:lnTo>
                    <a:pt x="106172" y="1167384"/>
                  </a:lnTo>
                  <a:lnTo>
                    <a:pt x="110744" y="1167384"/>
                  </a:lnTo>
                  <a:lnTo>
                    <a:pt x="110744" y="1191514"/>
                  </a:lnTo>
                  <a:lnTo>
                    <a:pt x="108458" y="1191514"/>
                  </a:lnTo>
                  <a:lnTo>
                    <a:pt x="108458" y="1193800"/>
                  </a:lnTo>
                  <a:lnTo>
                    <a:pt x="109728" y="1193800"/>
                  </a:lnTo>
                  <a:close/>
                  <a:moveTo>
                    <a:pt x="106172" y="1146556"/>
                  </a:moveTo>
                  <a:lnTo>
                    <a:pt x="106172" y="1121156"/>
                  </a:lnTo>
                  <a:lnTo>
                    <a:pt x="110744" y="1121156"/>
                  </a:lnTo>
                  <a:lnTo>
                    <a:pt x="110744" y="1146556"/>
                  </a:lnTo>
                  <a:close/>
                  <a:moveTo>
                    <a:pt x="110744" y="1095756"/>
                  </a:moveTo>
                  <a:lnTo>
                    <a:pt x="110744" y="1070356"/>
                  </a:lnTo>
                  <a:lnTo>
                    <a:pt x="110744" y="1095756"/>
                  </a:lnTo>
                  <a:close/>
                  <a:moveTo>
                    <a:pt x="110744" y="1044956"/>
                  </a:moveTo>
                  <a:lnTo>
                    <a:pt x="110744" y="1019556"/>
                  </a:lnTo>
                  <a:lnTo>
                    <a:pt x="110744" y="1044956"/>
                  </a:lnTo>
                  <a:close/>
                  <a:moveTo>
                    <a:pt x="110744" y="994156"/>
                  </a:moveTo>
                  <a:lnTo>
                    <a:pt x="110744" y="968756"/>
                  </a:lnTo>
                  <a:lnTo>
                    <a:pt x="110744" y="994156"/>
                  </a:lnTo>
                  <a:close/>
                  <a:moveTo>
                    <a:pt x="110744" y="943356"/>
                  </a:moveTo>
                  <a:lnTo>
                    <a:pt x="110744" y="917956"/>
                  </a:lnTo>
                  <a:lnTo>
                    <a:pt x="110744" y="943356"/>
                  </a:lnTo>
                  <a:close/>
                  <a:moveTo>
                    <a:pt x="110744" y="892556"/>
                  </a:moveTo>
                  <a:lnTo>
                    <a:pt x="110744" y="867156"/>
                  </a:lnTo>
                  <a:lnTo>
                    <a:pt x="110744" y="892556"/>
                  </a:lnTo>
                  <a:close/>
                  <a:moveTo>
                    <a:pt x="110744" y="841756"/>
                  </a:moveTo>
                  <a:lnTo>
                    <a:pt x="110744" y="816356"/>
                  </a:lnTo>
                  <a:lnTo>
                    <a:pt x="110744" y="841756"/>
                  </a:lnTo>
                  <a:close/>
                  <a:moveTo>
                    <a:pt x="110744" y="790956"/>
                  </a:moveTo>
                  <a:lnTo>
                    <a:pt x="110744" y="765556"/>
                  </a:lnTo>
                  <a:lnTo>
                    <a:pt x="110744" y="790956"/>
                  </a:lnTo>
                  <a:close/>
                  <a:moveTo>
                    <a:pt x="110744" y="740156"/>
                  </a:moveTo>
                  <a:lnTo>
                    <a:pt x="110744" y="714756"/>
                  </a:lnTo>
                  <a:lnTo>
                    <a:pt x="110744" y="740156"/>
                  </a:lnTo>
                  <a:close/>
                  <a:moveTo>
                    <a:pt x="110744" y="689356"/>
                  </a:moveTo>
                  <a:lnTo>
                    <a:pt x="110744" y="663956"/>
                  </a:lnTo>
                  <a:lnTo>
                    <a:pt x="110744" y="689356"/>
                  </a:lnTo>
                  <a:close/>
                  <a:moveTo>
                    <a:pt x="110744" y="638556"/>
                  </a:moveTo>
                  <a:lnTo>
                    <a:pt x="110744" y="613156"/>
                  </a:lnTo>
                  <a:lnTo>
                    <a:pt x="110744" y="638556"/>
                  </a:lnTo>
                  <a:close/>
                  <a:moveTo>
                    <a:pt x="110744" y="587756"/>
                  </a:moveTo>
                  <a:lnTo>
                    <a:pt x="110744" y="562356"/>
                  </a:lnTo>
                  <a:lnTo>
                    <a:pt x="110744" y="587756"/>
                  </a:lnTo>
                  <a:close/>
                  <a:moveTo>
                    <a:pt x="110744" y="536956"/>
                  </a:moveTo>
                  <a:lnTo>
                    <a:pt x="110744" y="511556"/>
                  </a:lnTo>
                  <a:lnTo>
                    <a:pt x="110744" y="536956"/>
                  </a:lnTo>
                  <a:close/>
                  <a:moveTo>
                    <a:pt x="110744" y="486156"/>
                  </a:moveTo>
                  <a:lnTo>
                    <a:pt x="110744" y="460756"/>
                  </a:lnTo>
                  <a:lnTo>
                    <a:pt x="110744" y="486156"/>
                  </a:lnTo>
                  <a:close/>
                  <a:moveTo>
                    <a:pt x="110744" y="435356"/>
                  </a:moveTo>
                  <a:lnTo>
                    <a:pt x="110744" y="409956"/>
                  </a:lnTo>
                  <a:lnTo>
                    <a:pt x="110744" y="435356"/>
                  </a:lnTo>
                  <a:close/>
                  <a:moveTo>
                    <a:pt x="110744" y="384556"/>
                  </a:moveTo>
                  <a:lnTo>
                    <a:pt x="110744" y="359156"/>
                  </a:lnTo>
                  <a:lnTo>
                    <a:pt x="110744" y="384556"/>
                  </a:lnTo>
                  <a:close/>
                  <a:moveTo>
                    <a:pt x="110744" y="333756"/>
                  </a:moveTo>
                  <a:lnTo>
                    <a:pt x="110744" y="308356"/>
                  </a:lnTo>
                  <a:lnTo>
                    <a:pt x="110744" y="333756"/>
                  </a:lnTo>
                  <a:close/>
                  <a:moveTo>
                    <a:pt x="110744" y="282956"/>
                  </a:moveTo>
                  <a:lnTo>
                    <a:pt x="110744" y="257556"/>
                  </a:lnTo>
                  <a:lnTo>
                    <a:pt x="110744" y="282956"/>
                  </a:lnTo>
                  <a:close/>
                  <a:moveTo>
                    <a:pt x="110744" y="232156"/>
                  </a:moveTo>
                  <a:lnTo>
                    <a:pt x="110744" y="206756"/>
                  </a:lnTo>
                  <a:lnTo>
                    <a:pt x="110744" y="232156"/>
                  </a:lnTo>
                  <a:close/>
                  <a:moveTo>
                    <a:pt x="110744" y="181356"/>
                  </a:moveTo>
                  <a:lnTo>
                    <a:pt x="110744" y="155956"/>
                  </a:lnTo>
                  <a:lnTo>
                    <a:pt x="110744" y="181356"/>
                  </a:lnTo>
                  <a:close/>
                  <a:moveTo>
                    <a:pt x="110744" y="130556"/>
                  </a:moveTo>
                  <a:lnTo>
                    <a:pt x="110744" y="105156"/>
                  </a:lnTo>
                  <a:lnTo>
                    <a:pt x="110744" y="130556"/>
                  </a:lnTo>
                  <a:close/>
                  <a:moveTo>
                    <a:pt x="110744" y="79756"/>
                  </a:moveTo>
                  <a:lnTo>
                    <a:pt x="110744" y="54356"/>
                  </a:lnTo>
                  <a:lnTo>
                    <a:pt x="110744" y="79756"/>
                  </a:lnTo>
                  <a:close/>
                  <a:moveTo>
                    <a:pt x="110744" y="28956"/>
                  </a:moveTo>
                  <a:lnTo>
                    <a:pt x="110744" y="3556"/>
                  </a:lnTo>
                  <a:lnTo>
                    <a:pt x="110744" y="28956"/>
                  </a:lnTo>
                  <a:close/>
                  <a:moveTo>
                    <a:pt x="108458" y="0"/>
                  </a:moveTo>
                  <a:lnTo>
                    <a:pt x="133858" y="0"/>
                  </a:lnTo>
                  <a:lnTo>
                    <a:pt x="133858" y="4572"/>
                  </a:lnTo>
                  <a:lnTo>
                    <a:pt x="108458" y="4572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513626" cy="12269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57033" y="2021703"/>
            <a:ext cx="12686935" cy="580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Modernizes Wildlife Data Processing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Demonstrates how cloud-native design can replace slow, monolithic workflows used in traditional biodiversity monitoring.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Microservices Improve Reliability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Decoupled components make the system easier to maintain, less prone to failures, and better suited for real-world field conditions.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Asynchronous Architecture Works at Scale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Combining RabbitMQ, MinIO, and containerized services enables smooth, high-volume image processing without blocking the user experience.</a:t>
            </a:r>
          </a:p>
          <a:p>
            <a:pPr algn="just">
              <a:lnSpc>
                <a:spcPts val="2936"/>
              </a:lnSpc>
            </a:pP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</a:t>
            </a:r>
            <a:r>
              <a:rPr lang="en-US" sz="2446" b="true">
                <a:solidFill>
                  <a:srgbClr val="02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Strong Foundation for Future Expansion</a:t>
            </a:r>
          </a:p>
          <a:p>
            <a:pPr algn="just">
              <a:lnSpc>
                <a:spcPts val="2936"/>
              </a:lnSpc>
            </a:pPr>
            <a:r>
              <a:rPr lang="en-US" sz="2446">
                <a:solidFill>
                  <a:srgbClr val="02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architecture can be extended with real AI models, automated cloud deployments, and additional ecological applications.</a:t>
            </a:r>
          </a:p>
          <a:p>
            <a:pPr algn="just">
              <a:lnSpc>
                <a:spcPts val="2936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186360" y="172351"/>
            <a:ext cx="4134154" cy="1310060"/>
            <a:chOff x="0" y="0"/>
            <a:chExt cx="3919791" cy="12421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286" y="2370"/>
              <a:ext cx="3915283" cy="1237435"/>
            </a:xfrm>
            <a:custGeom>
              <a:avLst/>
              <a:gdLst/>
              <a:ahLst/>
              <a:cxnLst/>
              <a:rect r="r" b="b" t="t" l="l"/>
              <a:pathLst>
                <a:path h="1237435" w="3915283">
                  <a:moveTo>
                    <a:pt x="0" y="0"/>
                  </a:moveTo>
                  <a:lnTo>
                    <a:pt x="3915283" y="0"/>
                  </a:lnTo>
                  <a:lnTo>
                    <a:pt x="3915283" y="1237434"/>
                  </a:lnTo>
                  <a:lnTo>
                    <a:pt x="0" y="1237434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-95504" y="0"/>
              <a:ext cx="4015359" cy="1246744"/>
            </a:xfrm>
            <a:custGeom>
              <a:avLst/>
              <a:gdLst/>
              <a:ahLst/>
              <a:cxnLst/>
              <a:rect r="r" b="b" t="t" l="l"/>
              <a:pathLst>
                <a:path h="1246744" w="4015359">
                  <a:moveTo>
                    <a:pt x="148590" y="0"/>
                  </a:moveTo>
                  <a:lnTo>
                    <a:pt x="173990" y="0"/>
                  </a:lnTo>
                  <a:lnTo>
                    <a:pt x="173990" y="4739"/>
                  </a:lnTo>
                  <a:lnTo>
                    <a:pt x="148590" y="4739"/>
                  </a:lnTo>
                  <a:close/>
                  <a:moveTo>
                    <a:pt x="199390" y="4739"/>
                  </a:moveTo>
                  <a:lnTo>
                    <a:pt x="224790" y="4739"/>
                  </a:lnTo>
                  <a:lnTo>
                    <a:pt x="199390" y="4739"/>
                  </a:lnTo>
                  <a:close/>
                  <a:moveTo>
                    <a:pt x="250190" y="4739"/>
                  </a:moveTo>
                  <a:lnTo>
                    <a:pt x="275590" y="4739"/>
                  </a:lnTo>
                  <a:lnTo>
                    <a:pt x="250190" y="4739"/>
                  </a:lnTo>
                  <a:close/>
                  <a:moveTo>
                    <a:pt x="300990" y="4739"/>
                  </a:moveTo>
                  <a:lnTo>
                    <a:pt x="326390" y="4739"/>
                  </a:lnTo>
                  <a:lnTo>
                    <a:pt x="300990" y="4739"/>
                  </a:lnTo>
                  <a:close/>
                  <a:moveTo>
                    <a:pt x="351790" y="4739"/>
                  </a:moveTo>
                  <a:lnTo>
                    <a:pt x="377190" y="4739"/>
                  </a:lnTo>
                  <a:lnTo>
                    <a:pt x="351790" y="4739"/>
                  </a:lnTo>
                  <a:close/>
                  <a:moveTo>
                    <a:pt x="402590" y="4739"/>
                  </a:moveTo>
                  <a:lnTo>
                    <a:pt x="427990" y="4739"/>
                  </a:lnTo>
                  <a:lnTo>
                    <a:pt x="402590" y="4739"/>
                  </a:lnTo>
                  <a:close/>
                  <a:moveTo>
                    <a:pt x="453390" y="4739"/>
                  </a:moveTo>
                  <a:lnTo>
                    <a:pt x="478790" y="4739"/>
                  </a:lnTo>
                  <a:lnTo>
                    <a:pt x="453390" y="4739"/>
                  </a:lnTo>
                  <a:close/>
                  <a:moveTo>
                    <a:pt x="504190" y="4739"/>
                  </a:moveTo>
                  <a:lnTo>
                    <a:pt x="529590" y="4739"/>
                  </a:lnTo>
                  <a:lnTo>
                    <a:pt x="504190" y="4739"/>
                  </a:lnTo>
                  <a:close/>
                  <a:moveTo>
                    <a:pt x="554990" y="4739"/>
                  </a:moveTo>
                  <a:lnTo>
                    <a:pt x="580390" y="4739"/>
                  </a:lnTo>
                  <a:lnTo>
                    <a:pt x="554990" y="4739"/>
                  </a:lnTo>
                  <a:close/>
                  <a:moveTo>
                    <a:pt x="605790" y="4739"/>
                  </a:moveTo>
                  <a:lnTo>
                    <a:pt x="631190" y="4739"/>
                  </a:lnTo>
                  <a:lnTo>
                    <a:pt x="605790" y="4739"/>
                  </a:lnTo>
                  <a:close/>
                  <a:moveTo>
                    <a:pt x="656590" y="4739"/>
                  </a:moveTo>
                  <a:lnTo>
                    <a:pt x="681990" y="4739"/>
                  </a:lnTo>
                  <a:lnTo>
                    <a:pt x="656590" y="4739"/>
                  </a:lnTo>
                  <a:close/>
                  <a:moveTo>
                    <a:pt x="707390" y="4739"/>
                  </a:moveTo>
                  <a:lnTo>
                    <a:pt x="732790" y="4739"/>
                  </a:lnTo>
                  <a:lnTo>
                    <a:pt x="707390" y="4739"/>
                  </a:lnTo>
                  <a:close/>
                  <a:moveTo>
                    <a:pt x="758190" y="4739"/>
                  </a:moveTo>
                  <a:lnTo>
                    <a:pt x="783590" y="4739"/>
                  </a:lnTo>
                  <a:lnTo>
                    <a:pt x="758190" y="4739"/>
                  </a:lnTo>
                  <a:close/>
                  <a:moveTo>
                    <a:pt x="808990" y="4739"/>
                  </a:moveTo>
                  <a:lnTo>
                    <a:pt x="834390" y="4739"/>
                  </a:lnTo>
                  <a:lnTo>
                    <a:pt x="808990" y="4739"/>
                  </a:lnTo>
                  <a:close/>
                  <a:moveTo>
                    <a:pt x="859790" y="4739"/>
                  </a:moveTo>
                  <a:lnTo>
                    <a:pt x="885190" y="4739"/>
                  </a:lnTo>
                  <a:lnTo>
                    <a:pt x="859790" y="4739"/>
                  </a:lnTo>
                  <a:close/>
                  <a:moveTo>
                    <a:pt x="910590" y="4739"/>
                  </a:moveTo>
                  <a:lnTo>
                    <a:pt x="935990" y="4739"/>
                  </a:lnTo>
                  <a:lnTo>
                    <a:pt x="910590" y="4739"/>
                  </a:lnTo>
                  <a:close/>
                  <a:moveTo>
                    <a:pt x="961390" y="4739"/>
                  </a:moveTo>
                  <a:lnTo>
                    <a:pt x="986790" y="4739"/>
                  </a:lnTo>
                  <a:lnTo>
                    <a:pt x="961390" y="4739"/>
                  </a:lnTo>
                  <a:close/>
                  <a:moveTo>
                    <a:pt x="1012190" y="4739"/>
                  </a:moveTo>
                  <a:lnTo>
                    <a:pt x="1037590" y="4739"/>
                  </a:lnTo>
                  <a:lnTo>
                    <a:pt x="1012190" y="4739"/>
                  </a:lnTo>
                  <a:close/>
                  <a:moveTo>
                    <a:pt x="1062990" y="4739"/>
                  </a:moveTo>
                  <a:lnTo>
                    <a:pt x="1088390" y="4739"/>
                  </a:lnTo>
                  <a:lnTo>
                    <a:pt x="1062990" y="4739"/>
                  </a:lnTo>
                  <a:close/>
                  <a:moveTo>
                    <a:pt x="1113790" y="4739"/>
                  </a:moveTo>
                  <a:lnTo>
                    <a:pt x="1139190" y="4739"/>
                  </a:lnTo>
                  <a:lnTo>
                    <a:pt x="1113790" y="4739"/>
                  </a:lnTo>
                  <a:close/>
                  <a:moveTo>
                    <a:pt x="1164590" y="4739"/>
                  </a:moveTo>
                  <a:lnTo>
                    <a:pt x="1189990" y="4739"/>
                  </a:lnTo>
                  <a:lnTo>
                    <a:pt x="1164590" y="4739"/>
                  </a:lnTo>
                  <a:close/>
                  <a:moveTo>
                    <a:pt x="1215390" y="4739"/>
                  </a:moveTo>
                  <a:lnTo>
                    <a:pt x="1240790" y="4739"/>
                  </a:lnTo>
                  <a:lnTo>
                    <a:pt x="1215390" y="4739"/>
                  </a:lnTo>
                  <a:close/>
                  <a:moveTo>
                    <a:pt x="1266190" y="4739"/>
                  </a:moveTo>
                  <a:lnTo>
                    <a:pt x="1291590" y="4739"/>
                  </a:lnTo>
                  <a:lnTo>
                    <a:pt x="1266190" y="4739"/>
                  </a:lnTo>
                  <a:close/>
                  <a:moveTo>
                    <a:pt x="1316990" y="4739"/>
                  </a:moveTo>
                  <a:lnTo>
                    <a:pt x="1342390" y="4739"/>
                  </a:lnTo>
                  <a:lnTo>
                    <a:pt x="1316990" y="4739"/>
                  </a:lnTo>
                  <a:close/>
                  <a:moveTo>
                    <a:pt x="1367790" y="4739"/>
                  </a:moveTo>
                  <a:lnTo>
                    <a:pt x="1393190" y="4739"/>
                  </a:lnTo>
                  <a:lnTo>
                    <a:pt x="1367790" y="4739"/>
                  </a:lnTo>
                  <a:close/>
                  <a:moveTo>
                    <a:pt x="1418590" y="4739"/>
                  </a:moveTo>
                  <a:lnTo>
                    <a:pt x="1443990" y="4739"/>
                  </a:lnTo>
                  <a:lnTo>
                    <a:pt x="1418590" y="4739"/>
                  </a:lnTo>
                  <a:close/>
                  <a:moveTo>
                    <a:pt x="1469390" y="4739"/>
                  </a:moveTo>
                  <a:lnTo>
                    <a:pt x="1494790" y="4739"/>
                  </a:lnTo>
                  <a:lnTo>
                    <a:pt x="1469390" y="4739"/>
                  </a:lnTo>
                  <a:close/>
                  <a:moveTo>
                    <a:pt x="1520190" y="4739"/>
                  </a:moveTo>
                  <a:lnTo>
                    <a:pt x="1545590" y="4739"/>
                  </a:lnTo>
                  <a:lnTo>
                    <a:pt x="1520190" y="4739"/>
                  </a:lnTo>
                  <a:close/>
                  <a:moveTo>
                    <a:pt x="1570990" y="4739"/>
                  </a:moveTo>
                  <a:lnTo>
                    <a:pt x="1596390" y="4739"/>
                  </a:lnTo>
                  <a:lnTo>
                    <a:pt x="1570990" y="4739"/>
                  </a:lnTo>
                  <a:close/>
                  <a:moveTo>
                    <a:pt x="1621790" y="4739"/>
                  </a:moveTo>
                  <a:lnTo>
                    <a:pt x="1647190" y="4739"/>
                  </a:lnTo>
                  <a:lnTo>
                    <a:pt x="1621790" y="4739"/>
                  </a:lnTo>
                  <a:close/>
                  <a:moveTo>
                    <a:pt x="1672590" y="4739"/>
                  </a:moveTo>
                  <a:lnTo>
                    <a:pt x="1697990" y="4739"/>
                  </a:lnTo>
                  <a:lnTo>
                    <a:pt x="1672590" y="4739"/>
                  </a:lnTo>
                  <a:close/>
                  <a:moveTo>
                    <a:pt x="1723390" y="4739"/>
                  </a:moveTo>
                  <a:lnTo>
                    <a:pt x="1748790" y="4739"/>
                  </a:lnTo>
                  <a:lnTo>
                    <a:pt x="1723390" y="4739"/>
                  </a:lnTo>
                  <a:close/>
                  <a:moveTo>
                    <a:pt x="1774190" y="4739"/>
                  </a:moveTo>
                  <a:lnTo>
                    <a:pt x="1799590" y="4739"/>
                  </a:lnTo>
                  <a:lnTo>
                    <a:pt x="1774190" y="4739"/>
                  </a:lnTo>
                  <a:close/>
                  <a:moveTo>
                    <a:pt x="1824990" y="4739"/>
                  </a:moveTo>
                  <a:lnTo>
                    <a:pt x="1850390" y="4739"/>
                  </a:lnTo>
                  <a:lnTo>
                    <a:pt x="1824990" y="4739"/>
                  </a:lnTo>
                  <a:close/>
                  <a:moveTo>
                    <a:pt x="1875790" y="4739"/>
                  </a:moveTo>
                  <a:lnTo>
                    <a:pt x="1901190" y="4739"/>
                  </a:lnTo>
                  <a:lnTo>
                    <a:pt x="1875790" y="4739"/>
                  </a:lnTo>
                  <a:close/>
                  <a:moveTo>
                    <a:pt x="1926590" y="4739"/>
                  </a:moveTo>
                  <a:lnTo>
                    <a:pt x="1951990" y="4739"/>
                  </a:lnTo>
                  <a:lnTo>
                    <a:pt x="1926590" y="4739"/>
                  </a:lnTo>
                  <a:close/>
                  <a:moveTo>
                    <a:pt x="1977390" y="4739"/>
                  </a:moveTo>
                  <a:lnTo>
                    <a:pt x="2002790" y="4739"/>
                  </a:lnTo>
                  <a:lnTo>
                    <a:pt x="1977390" y="4739"/>
                  </a:lnTo>
                  <a:close/>
                  <a:moveTo>
                    <a:pt x="2028190" y="4739"/>
                  </a:moveTo>
                  <a:lnTo>
                    <a:pt x="2053590" y="4739"/>
                  </a:lnTo>
                  <a:lnTo>
                    <a:pt x="2028190" y="4739"/>
                  </a:lnTo>
                  <a:close/>
                  <a:moveTo>
                    <a:pt x="2078990" y="4739"/>
                  </a:moveTo>
                  <a:lnTo>
                    <a:pt x="2104390" y="4739"/>
                  </a:lnTo>
                  <a:lnTo>
                    <a:pt x="2078990" y="4739"/>
                  </a:lnTo>
                  <a:close/>
                  <a:moveTo>
                    <a:pt x="2129790" y="4739"/>
                  </a:moveTo>
                  <a:lnTo>
                    <a:pt x="2155190" y="4739"/>
                  </a:lnTo>
                  <a:lnTo>
                    <a:pt x="2129790" y="4739"/>
                  </a:lnTo>
                  <a:close/>
                  <a:moveTo>
                    <a:pt x="2180590" y="4739"/>
                  </a:moveTo>
                  <a:lnTo>
                    <a:pt x="2205990" y="4739"/>
                  </a:lnTo>
                  <a:lnTo>
                    <a:pt x="2180590" y="4739"/>
                  </a:lnTo>
                  <a:close/>
                  <a:moveTo>
                    <a:pt x="2231390" y="4739"/>
                  </a:moveTo>
                  <a:lnTo>
                    <a:pt x="2256790" y="4739"/>
                  </a:lnTo>
                  <a:lnTo>
                    <a:pt x="2231390" y="4739"/>
                  </a:lnTo>
                  <a:close/>
                  <a:moveTo>
                    <a:pt x="2282190" y="4739"/>
                  </a:moveTo>
                  <a:lnTo>
                    <a:pt x="2307590" y="4739"/>
                  </a:lnTo>
                  <a:lnTo>
                    <a:pt x="2282190" y="4739"/>
                  </a:lnTo>
                  <a:close/>
                  <a:moveTo>
                    <a:pt x="2332990" y="4739"/>
                  </a:moveTo>
                  <a:lnTo>
                    <a:pt x="2358390" y="4739"/>
                  </a:lnTo>
                  <a:lnTo>
                    <a:pt x="2332990" y="4739"/>
                  </a:lnTo>
                  <a:close/>
                  <a:moveTo>
                    <a:pt x="2383790" y="4739"/>
                  </a:moveTo>
                  <a:lnTo>
                    <a:pt x="2409190" y="4739"/>
                  </a:lnTo>
                  <a:lnTo>
                    <a:pt x="2383790" y="4739"/>
                  </a:lnTo>
                  <a:close/>
                  <a:moveTo>
                    <a:pt x="2434590" y="4739"/>
                  </a:moveTo>
                  <a:lnTo>
                    <a:pt x="2459990" y="4739"/>
                  </a:lnTo>
                  <a:lnTo>
                    <a:pt x="2434590" y="4739"/>
                  </a:lnTo>
                  <a:close/>
                  <a:moveTo>
                    <a:pt x="2485390" y="4739"/>
                  </a:moveTo>
                  <a:lnTo>
                    <a:pt x="2510790" y="4739"/>
                  </a:lnTo>
                  <a:lnTo>
                    <a:pt x="2485390" y="4739"/>
                  </a:lnTo>
                  <a:close/>
                  <a:moveTo>
                    <a:pt x="2536190" y="4739"/>
                  </a:moveTo>
                  <a:lnTo>
                    <a:pt x="2561590" y="4739"/>
                  </a:lnTo>
                  <a:lnTo>
                    <a:pt x="2536190" y="4739"/>
                  </a:lnTo>
                  <a:close/>
                  <a:moveTo>
                    <a:pt x="2586990" y="4739"/>
                  </a:moveTo>
                  <a:lnTo>
                    <a:pt x="2612390" y="4739"/>
                  </a:lnTo>
                  <a:lnTo>
                    <a:pt x="2586990" y="4739"/>
                  </a:lnTo>
                  <a:close/>
                  <a:moveTo>
                    <a:pt x="2637790" y="4739"/>
                  </a:moveTo>
                  <a:lnTo>
                    <a:pt x="2663190" y="4739"/>
                  </a:lnTo>
                  <a:lnTo>
                    <a:pt x="2637790" y="4739"/>
                  </a:lnTo>
                  <a:close/>
                  <a:moveTo>
                    <a:pt x="2688590" y="4739"/>
                  </a:moveTo>
                  <a:lnTo>
                    <a:pt x="2713990" y="4739"/>
                  </a:lnTo>
                  <a:lnTo>
                    <a:pt x="2688590" y="4739"/>
                  </a:lnTo>
                  <a:close/>
                  <a:moveTo>
                    <a:pt x="2739390" y="4739"/>
                  </a:moveTo>
                  <a:lnTo>
                    <a:pt x="2764790" y="4739"/>
                  </a:lnTo>
                  <a:lnTo>
                    <a:pt x="2739390" y="4739"/>
                  </a:lnTo>
                  <a:close/>
                  <a:moveTo>
                    <a:pt x="2790190" y="4739"/>
                  </a:moveTo>
                  <a:lnTo>
                    <a:pt x="2815590" y="4739"/>
                  </a:lnTo>
                  <a:lnTo>
                    <a:pt x="2790190" y="4739"/>
                  </a:lnTo>
                  <a:close/>
                  <a:moveTo>
                    <a:pt x="2840990" y="4739"/>
                  </a:moveTo>
                  <a:lnTo>
                    <a:pt x="2866390" y="4739"/>
                  </a:lnTo>
                  <a:lnTo>
                    <a:pt x="2840990" y="4739"/>
                  </a:lnTo>
                  <a:close/>
                  <a:moveTo>
                    <a:pt x="2891790" y="4739"/>
                  </a:moveTo>
                  <a:lnTo>
                    <a:pt x="2917190" y="4739"/>
                  </a:lnTo>
                  <a:lnTo>
                    <a:pt x="2891790" y="4739"/>
                  </a:lnTo>
                  <a:close/>
                  <a:moveTo>
                    <a:pt x="2942590" y="4739"/>
                  </a:moveTo>
                  <a:lnTo>
                    <a:pt x="2967990" y="4739"/>
                  </a:lnTo>
                  <a:lnTo>
                    <a:pt x="2942590" y="4739"/>
                  </a:lnTo>
                  <a:close/>
                  <a:moveTo>
                    <a:pt x="2993390" y="4739"/>
                  </a:moveTo>
                  <a:lnTo>
                    <a:pt x="3018790" y="4739"/>
                  </a:lnTo>
                  <a:lnTo>
                    <a:pt x="2993390" y="4739"/>
                  </a:lnTo>
                  <a:close/>
                  <a:moveTo>
                    <a:pt x="3044190" y="4739"/>
                  </a:moveTo>
                  <a:lnTo>
                    <a:pt x="3069590" y="4739"/>
                  </a:lnTo>
                  <a:lnTo>
                    <a:pt x="3044190" y="4739"/>
                  </a:lnTo>
                  <a:close/>
                  <a:moveTo>
                    <a:pt x="3094990" y="4739"/>
                  </a:moveTo>
                  <a:lnTo>
                    <a:pt x="3120390" y="4739"/>
                  </a:lnTo>
                  <a:lnTo>
                    <a:pt x="3094990" y="4739"/>
                  </a:lnTo>
                  <a:close/>
                  <a:moveTo>
                    <a:pt x="3145790" y="4739"/>
                  </a:moveTo>
                  <a:lnTo>
                    <a:pt x="3171190" y="4739"/>
                  </a:lnTo>
                  <a:lnTo>
                    <a:pt x="3145790" y="4739"/>
                  </a:lnTo>
                  <a:close/>
                  <a:moveTo>
                    <a:pt x="3196590" y="4739"/>
                  </a:moveTo>
                  <a:lnTo>
                    <a:pt x="3221990" y="4739"/>
                  </a:lnTo>
                  <a:lnTo>
                    <a:pt x="3196590" y="4739"/>
                  </a:lnTo>
                  <a:close/>
                  <a:moveTo>
                    <a:pt x="3247390" y="4739"/>
                  </a:moveTo>
                  <a:lnTo>
                    <a:pt x="3272790" y="4739"/>
                  </a:lnTo>
                  <a:lnTo>
                    <a:pt x="3247390" y="4739"/>
                  </a:lnTo>
                  <a:close/>
                  <a:moveTo>
                    <a:pt x="3298190" y="4739"/>
                  </a:moveTo>
                  <a:lnTo>
                    <a:pt x="3323590" y="4739"/>
                  </a:lnTo>
                  <a:lnTo>
                    <a:pt x="3298190" y="4739"/>
                  </a:lnTo>
                  <a:close/>
                  <a:moveTo>
                    <a:pt x="3348990" y="4739"/>
                  </a:moveTo>
                  <a:lnTo>
                    <a:pt x="3374390" y="4739"/>
                  </a:lnTo>
                  <a:lnTo>
                    <a:pt x="3348990" y="4739"/>
                  </a:lnTo>
                  <a:close/>
                  <a:moveTo>
                    <a:pt x="3399790" y="4739"/>
                  </a:moveTo>
                  <a:lnTo>
                    <a:pt x="3425190" y="4739"/>
                  </a:lnTo>
                  <a:lnTo>
                    <a:pt x="3399790" y="4739"/>
                  </a:lnTo>
                  <a:close/>
                  <a:moveTo>
                    <a:pt x="3450590" y="4739"/>
                  </a:moveTo>
                  <a:lnTo>
                    <a:pt x="3475990" y="4739"/>
                  </a:lnTo>
                  <a:lnTo>
                    <a:pt x="3450590" y="4739"/>
                  </a:lnTo>
                  <a:close/>
                  <a:moveTo>
                    <a:pt x="3501390" y="4739"/>
                  </a:moveTo>
                  <a:lnTo>
                    <a:pt x="3526790" y="4739"/>
                  </a:lnTo>
                  <a:lnTo>
                    <a:pt x="3501390" y="4739"/>
                  </a:lnTo>
                  <a:close/>
                  <a:moveTo>
                    <a:pt x="3552190" y="4739"/>
                  </a:moveTo>
                  <a:lnTo>
                    <a:pt x="3577590" y="4739"/>
                  </a:lnTo>
                  <a:lnTo>
                    <a:pt x="3552190" y="4739"/>
                  </a:lnTo>
                  <a:close/>
                  <a:moveTo>
                    <a:pt x="3602990" y="4739"/>
                  </a:moveTo>
                  <a:lnTo>
                    <a:pt x="3628390" y="4739"/>
                  </a:lnTo>
                  <a:lnTo>
                    <a:pt x="3602990" y="4739"/>
                  </a:lnTo>
                  <a:close/>
                  <a:moveTo>
                    <a:pt x="3653790" y="4739"/>
                  </a:moveTo>
                  <a:lnTo>
                    <a:pt x="3679190" y="4739"/>
                  </a:lnTo>
                  <a:lnTo>
                    <a:pt x="3653790" y="4739"/>
                  </a:lnTo>
                  <a:close/>
                  <a:moveTo>
                    <a:pt x="3704590" y="4739"/>
                  </a:moveTo>
                  <a:lnTo>
                    <a:pt x="3729990" y="4739"/>
                  </a:lnTo>
                  <a:lnTo>
                    <a:pt x="3704590" y="4739"/>
                  </a:lnTo>
                  <a:close/>
                  <a:moveTo>
                    <a:pt x="3755390" y="4739"/>
                  </a:moveTo>
                  <a:lnTo>
                    <a:pt x="3780790" y="4739"/>
                  </a:lnTo>
                  <a:lnTo>
                    <a:pt x="3755390" y="4739"/>
                  </a:lnTo>
                  <a:close/>
                  <a:moveTo>
                    <a:pt x="3806190" y="4739"/>
                  </a:moveTo>
                  <a:lnTo>
                    <a:pt x="3831590" y="4739"/>
                  </a:lnTo>
                  <a:lnTo>
                    <a:pt x="3806190" y="4739"/>
                  </a:lnTo>
                  <a:close/>
                  <a:moveTo>
                    <a:pt x="3856990" y="4739"/>
                  </a:moveTo>
                  <a:lnTo>
                    <a:pt x="3882390" y="4739"/>
                  </a:lnTo>
                  <a:lnTo>
                    <a:pt x="3856990" y="4739"/>
                  </a:lnTo>
                  <a:close/>
                  <a:moveTo>
                    <a:pt x="3907790" y="4739"/>
                  </a:moveTo>
                  <a:lnTo>
                    <a:pt x="3933190" y="4739"/>
                  </a:lnTo>
                  <a:lnTo>
                    <a:pt x="3907790" y="4739"/>
                  </a:lnTo>
                  <a:close/>
                  <a:moveTo>
                    <a:pt x="3958590" y="4739"/>
                  </a:moveTo>
                  <a:lnTo>
                    <a:pt x="3983990" y="4739"/>
                  </a:lnTo>
                  <a:lnTo>
                    <a:pt x="3958590" y="4739"/>
                  </a:lnTo>
                  <a:close/>
                  <a:moveTo>
                    <a:pt x="4009390" y="4739"/>
                  </a:moveTo>
                  <a:lnTo>
                    <a:pt x="4013073" y="4739"/>
                  </a:lnTo>
                  <a:cubicBezTo>
                    <a:pt x="4014343" y="4739"/>
                    <a:pt x="4015359" y="5792"/>
                    <a:pt x="4015359" y="7109"/>
                  </a:cubicBezTo>
                  <a:lnTo>
                    <a:pt x="4015359" y="24880"/>
                  </a:lnTo>
                  <a:lnTo>
                    <a:pt x="4010787" y="24880"/>
                  </a:lnTo>
                  <a:lnTo>
                    <a:pt x="4010787" y="2370"/>
                  </a:lnTo>
                  <a:lnTo>
                    <a:pt x="4013073" y="2370"/>
                  </a:lnTo>
                  <a:lnTo>
                    <a:pt x="4013073" y="4739"/>
                  </a:lnTo>
                  <a:lnTo>
                    <a:pt x="4009390" y="4739"/>
                  </a:lnTo>
                  <a:close/>
                  <a:moveTo>
                    <a:pt x="4015359" y="55948"/>
                  </a:moveTo>
                  <a:lnTo>
                    <a:pt x="4015359" y="82276"/>
                  </a:lnTo>
                  <a:lnTo>
                    <a:pt x="4010787" y="82276"/>
                  </a:lnTo>
                  <a:lnTo>
                    <a:pt x="4010787" y="55948"/>
                  </a:lnTo>
                  <a:close/>
                  <a:moveTo>
                    <a:pt x="4010787" y="108605"/>
                  </a:moveTo>
                  <a:lnTo>
                    <a:pt x="4010787" y="134933"/>
                  </a:lnTo>
                  <a:lnTo>
                    <a:pt x="4006215" y="134933"/>
                  </a:lnTo>
                  <a:lnTo>
                    <a:pt x="4006215" y="108605"/>
                  </a:lnTo>
                  <a:close/>
                  <a:moveTo>
                    <a:pt x="4006215" y="161261"/>
                  </a:moveTo>
                  <a:lnTo>
                    <a:pt x="4006215" y="187590"/>
                  </a:lnTo>
                  <a:lnTo>
                    <a:pt x="4001643" y="187590"/>
                  </a:lnTo>
                  <a:lnTo>
                    <a:pt x="4001643" y="161261"/>
                  </a:lnTo>
                  <a:close/>
                  <a:moveTo>
                    <a:pt x="4001643" y="213918"/>
                  </a:moveTo>
                  <a:lnTo>
                    <a:pt x="4001643" y="240247"/>
                  </a:lnTo>
                  <a:lnTo>
                    <a:pt x="3997071" y="240247"/>
                  </a:lnTo>
                  <a:lnTo>
                    <a:pt x="3997071" y="213918"/>
                  </a:lnTo>
                  <a:close/>
                  <a:moveTo>
                    <a:pt x="3997071" y="266575"/>
                  </a:moveTo>
                  <a:lnTo>
                    <a:pt x="3997071" y="292903"/>
                  </a:lnTo>
                  <a:lnTo>
                    <a:pt x="3992499" y="292903"/>
                  </a:lnTo>
                  <a:lnTo>
                    <a:pt x="3992499" y="266575"/>
                  </a:lnTo>
                  <a:close/>
                  <a:moveTo>
                    <a:pt x="3992499" y="319232"/>
                  </a:moveTo>
                  <a:lnTo>
                    <a:pt x="3992499" y="345560"/>
                  </a:lnTo>
                  <a:lnTo>
                    <a:pt x="3987927" y="345560"/>
                  </a:lnTo>
                  <a:lnTo>
                    <a:pt x="3987927" y="319232"/>
                  </a:lnTo>
                  <a:close/>
                  <a:moveTo>
                    <a:pt x="3987927" y="371889"/>
                  </a:moveTo>
                  <a:lnTo>
                    <a:pt x="3987927" y="398217"/>
                  </a:lnTo>
                  <a:lnTo>
                    <a:pt x="3983355" y="398217"/>
                  </a:lnTo>
                  <a:lnTo>
                    <a:pt x="3983355" y="371889"/>
                  </a:lnTo>
                  <a:close/>
                  <a:moveTo>
                    <a:pt x="3983355" y="424545"/>
                  </a:moveTo>
                  <a:lnTo>
                    <a:pt x="3983355" y="450874"/>
                  </a:lnTo>
                  <a:lnTo>
                    <a:pt x="3978783" y="450874"/>
                  </a:lnTo>
                  <a:lnTo>
                    <a:pt x="3978783" y="424545"/>
                  </a:lnTo>
                  <a:close/>
                  <a:moveTo>
                    <a:pt x="3978783" y="477202"/>
                  </a:moveTo>
                  <a:lnTo>
                    <a:pt x="3978783" y="503531"/>
                  </a:lnTo>
                  <a:lnTo>
                    <a:pt x="3974211" y="503531"/>
                  </a:lnTo>
                  <a:lnTo>
                    <a:pt x="3974211" y="477202"/>
                  </a:lnTo>
                  <a:close/>
                  <a:moveTo>
                    <a:pt x="3974211" y="529859"/>
                  </a:moveTo>
                  <a:lnTo>
                    <a:pt x="3974211" y="556187"/>
                  </a:lnTo>
                  <a:lnTo>
                    <a:pt x="3969639" y="556187"/>
                  </a:lnTo>
                  <a:lnTo>
                    <a:pt x="3969639" y="529859"/>
                  </a:lnTo>
                  <a:close/>
                  <a:moveTo>
                    <a:pt x="3969639" y="582516"/>
                  </a:moveTo>
                  <a:lnTo>
                    <a:pt x="3969639" y="608844"/>
                  </a:lnTo>
                  <a:lnTo>
                    <a:pt x="3965067" y="608844"/>
                  </a:lnTo>
                  <a:lnTo>
                    <a:pt x="3965067" y="582516"/>
                  </a:lnTo>
                  <a:close/>
                  <a:moveTo>
                    <a:pt x="3965067" y="635173"/>
                  </a:moveTo>
                  <a:lnTo>
                    <a:pt x="3965067" y="661501"/>
                  </a:lnTo>
                  <a:lnTo>
                    <a:pt x="3960495" y="661501"/>
                  </a:lnTo>
                  <a:lnTo>
                    <a:pt x="3960495" y="635173"/>
                  </a:lnTo>
                  <a:close/>
                  <a:moveTo>
                    <a:pt x="3960495" y="687829"/>
                  </a:moveTo>
                  <a:lnTo>
                    <a:pt x="3960495" y="714158"/>
                  </a:lnTo>
                  <a:lnTo>
                    <a:pt x="3955923" y="714158"/>
                  </a:lnTo>
                  <a:lnTo>
                    <a:pt x="3955923" y="687829"/>
                  </a:lnTo>
                  <a:close/>
                  <a:moveTo>
                    <a:pt x="3955923" y="740486"/>
                  </a:moveTo>
                  <a:lnTo>
                    <a:pt x="3955923" y="766815"/>
                  </a:lnTo>
                  <a:lnTo>
                    <a:pt x="3951351" y="766815"/>
                  </a:lnTo>
                  <a:lnTo>
                    <a:pt x="3951351" y="740486"/>
                  </a:lnTo>
                  <a:close/>
                  <a:moveTo>
                    <a:pt x="3951351" y="793143"/>
                  </a:moveTo>
                  <a:lnTo>
                    <a:pt x="3951351" y="819471"/>
                  </a:lnTo>
                  <a:lnTo>
                    <a:pt x="3946779" y="819471"/>
                  </a:lnTo>
                  <a:lnTo>
                    <a:pt x="3946779" y="793143"/>
                  </a:lnTo>
                  <a:close/>
                  <a:moveTo>
                    <a:pt x="3946779" y="845800"/>
                  </a:moveTo>
                  <a:lnTo>
                    <a:pt x="3946779" y="872128"/>
                  </a:lnTo>
                  <a:lnTo>
                    <a:pt x="3942207" y="872128"/>
                  </a:lnTo>
                  <a:lnTo>
                    <a:pt x="3942207" y="845800"/>
                  </a:lnTo>
                  <a:close/>
                  <a:moveTo>
                    <a:pt x="3942207" y="898457"/>
                  </a:moveTo>
                  <a:lnTo>
                    <a:pt x="3942207" y="924785"/>
                  </a:lnTo>
                  <a:lnTo>
                    <a:pt x="3937635" y="924785"/>
                  </a:lnTo>
                  <a:lnTo>
                    <a:pt x="3937635" y="898457"/>
                  </a:lnTo>
                  <a:close/>
                  <a:moveTo>
                    <a:pt x="3937635" y="951113"/>
                  </a:moveTo>
                  <a:lnTo>
                    <a:pt x="3937635" y="977442"/>
                  </a:lnTo>
                  <a:lnTo>
                    <a:pt x="3933063" y="977442"/>
                  </a:lnTo>
                  <a:lnTo>
                    <a:pt x="3933063" y="951113"/>
                  </a:lnTo>
                  <a:close/>
                  <a:moveTo>
                    <a:pt x="3933063" y="1003770"/>
                  </a:moveTo>
                  <a:lnTo>
                    <a:pt x="3933063" y="1030099"/>
                  </a:lnTo>
                  <a:lnTo>
                    <a:pt x="3928491" y="1030099"/>
                  </a:lnTo>
                  <a:lnTo>
                    <a:pt x="3928491" y="1003770"/>
                  </a:lnTo>
                  <a:close/>
                  <a:moveTo>
                    <a:pt x="3928491" y="1056427"/>
                  </a:moveTo>
                  <a:lnTo>
                    <a:pt x="3928491" y="1082755"/>
                  </a:lnTo>
                  <a:lnTo>
                    <a:pt x="3923919" y="1082755"/>
                  </a:lnTo>
                  <a:lnTo>
                    <a:pt x="3923919" y="1056427"/>
                  </a:lnTo>
                  <a:close/>
                  <a:moveTo>
                    <a:pt x="3923919" y="1109084"/>
                  </a:moveTo>
                  <a:lnTo>
                    <a:pt x="3923919" y="1135412"/>
                  </a:lnTo>
                  <a:lnTo>
                    <a:pt x="3919347" y="1135412"/>
                  </a:lnTo>
                  <a:lnTo>
                    <a:pt x="3919347" y="1109084"/>
                  </a:lnTo>
                  <a:close/>
                  <a:moveTo>
                    <a:pt x="3919347" y="1161741"/>
                  </a:moveTo>
                  <a:lnTo>
                    <a:pt x="3919347" y="1188069"/>
                  </a:lnTo>
                  <a:lnTo>
                    <a:pt x="3914775" y="1188069"/>
                  </a:lnTo>
                  <a:lnTo>
                    <a:pt x="3914775" y="1161741"/>
                  </a:lnTo>
                  <a:close/>
                  <a:moveTo>
                    <a:pt x="3914775" y="1214397"/>
                  </a:moveTo>
                  <a:lnTo>
                    <a:pt x="3914775" y="1240726"/>
                  </a:lnTo>
                  <a:lnTo>
                    <a:pt x="3910203" y="1240726"/>
                  </a:lnTo>
                  <a:lnTo>
                    <a:pt x="3910203" y="1214397"/>
                  </a:lnTo>
                  <a:close/>
                  <a:moveTo>
                    <a:pt x="3886200" y="1246744"/>
                  </a:moveTo>
                  <a:lnTo>
                    <a:pt x="3860800" y="1246744"/>
                  </a:lnTo>
                  <a:lnTo>
                    <a:pt x="3860800" y="1237435"/>
                  </a:lnTo>
                  <a:lnTo>
                    <a:pt x="3886200" y="1237435"/>
                  </a:lnTo>
                  <a:close/>
                  <a:moveTo>
                    <a:pt x="3835400" y="1237435"/>
                  </a:moveTo>
                  <a:lnTo>
                    <a:pt x="3810000" y="1237435"/>
                  </a:lnTo>
                  <a:lnTo>
                    <a:pt x="3835400" y="1237435"/>
                  </a:lnTo>
                  <a:close/>
                  <a:moveTo>
                    <a:pt x="3784600" y="1237435"/>
                  </a:moveTo>
                  <a:lnTo>
                    <a:pt x="3759200" y="1237435"/>
                  </a:lnTo>
                  <a:lnTo>
                    <a:pt x="3784600" y="1237435"/>
                  </a:lnTo>
                  <a:close/>
                  <a:moveTo>
                    <a:pt x="3733800" y="1237435"/>
                  </a:moveTo>
                  <a:lnTo>
                    <a:pt x="3708400" y="1237435"/>
                  </a:lnTo>
                  <a:lnTo>
                    <a:pt x="3733800" y="1237435"/>
                  </a:lnTo>
                  <a:close/>
                  <a:moveTo>
                    <a:pt x="3683000" y="1237435"/>
                  </a:moveTo>
                  <a:lnTo>
                    <a:pt x="3657600" y="1237435"/>
                  </a:lnTo>
                  <a:lnTo>
                    <a:pt x="3683000" y="1237435"/>
                  </a:lnTo>
                  <a:close/>
                  <a:moveTo>
                    <a:pt x="3632200" y="1237435"/>
                  </a:moveTo>
                  <a:lnTo>
                    <a:pt x="3606800" y="1237435"/>
                  </a:lnTo>
                  <a:lnTo>
                    <a:pt x="3632200" y="1237435"/>
                  </a:lnTo>
                  <a:close/>
                  <a:moveTo>
                    <a:pt x="3581400" y="1237435"/>
                  </a:moveTo>
                  <a:lnTo>
                    <a:pt x="3556000" y="1237435"/>
                  </a:lnTo>
                  <a:lnTo>
                    <a:pt x="3581400" y="1237435"/>
                  </a:lnTo>
                  <a:close/>
                  <a:moveTo>
                    <a:pt x="3530600" y="1237435"/>
                  </a:moveTo>
                  <a:lnTo>
                    <a:pt x="3505200" y="1237435"/>
                  </a:lnTo>
                  <a:lnTo>
                    <a:pt x="3530600" y="1237435"/>
                  </a:lnTo>
                  <a:close/>
                  <a:moveTo>
                    <a:pt x="3479800" y="1237435"/>
                  </a:moveTo>
                  <a:lnTo>
                    <a:pt x="3454400" y="1237435"/>
                  </a:lnTo>
                  <a:lnTo>
                    <a:pt x="3479800" y="1237435"/>
                  </a:lnTo>
                  <a:close/>
                  <a:moveTo>
                    <a:pt x="3429000" y="1237435"/>
                  </a:moveTo>
                  <a:lnTo>
                    <a:pt x="3403600" y="1237435"/>
                  </a:lnTo>
                  <a:lnTo>
                    <a:pt x="3429000" y="1237435"/>
                  </a:lnTo>
                  <a:close/>
                  <a:moveTo>
                    <a:pt x="3378200" y="1237435"/>
                  </a:moveTo>
                  <a:lnTo>
                    <a:pt x="3352800" y="1237435"/>
                  </a:lnTo>
                  <a:lnTo>
                    <a:pt x="3378200" y="1237435"/>
                  </a:lnTo>
                  <a:close/>
                  <a:moveTo>
                    <a:pt x="3327400" y="1237435"/>
                  </a:moveTo>
                  <a:lnTo>
                    <a:pt x="3302000" y="1237435"/>
                  </a:lnTo>
                  <a:lnTo>
                    <a:pt x="3327400" y="1237435"/>
                  </a:lnTo>
                  <a:close/>
                  <a:moveTo>
                    <a:pt x="3276600" y="1237435"/>
                  </a:moveTo>
                  <a:lnTo>
                    <a:pt x="3251200" y="1237435"/>
                  </a:lnTo>
                  <a:lnTo>
                    <a:pt x="3276600" y="1237435"/>
                  </a:lnTo>
                  <a:close/>
                  <a:moveTo>
                    <a:pt x="3225800" y="1237435"/>
                  </a:moveTo>
                  <a:lnTo>
                    <a:pt x="3200400" y="1237435"/>
                  </a:lnTo>
                  <a:lnTo>
                    <a:pt x="3225800" y="1237435"/>
                  </a:lnTo>
                  <a:close/>
                  <a:moveTo>
                    <a:pt x="3175000" y="1237435"/>
                  </a:moveTo>
                  <a:lnTo>
                    <a:pt x="3149600" y="1237435"/>
                  </a:lnTo>
                  <a:lnTo>
                    <a:pt x="3175000" y="1237435"/>
                  </a:lnTo>
                  <a:close/>
                  <a:moveTo>
                    <a:pt x="3124200" y="1237435"/>
                  </a:moveTo>
                  <a:lnTo>
                    <a:pt x="3098800" y="1237435"/>
                  </a:lnTo>
                  <a:lnTo>
                    <a:pt x="3124200" y="1237435"/>
                  </a:lnTo>
                  <a:close/>
                  <a:moveTo>
                    <a:pt x="3073400" y="1237435"/>
                  </a:moveTo>
                  <a:lnTo>
                    <a:pt x="3048000" y="1237435"/>
                  </a:lnTo>
                  <a:lnTo>
                    <a:pt x="3073400" y="1237435"/>
                  </a:lnTo>
                  <a:close/>
                  <a:moveTo>
                    <a:pt x="3022600" y="1237435"/>
                  </a:moveTo>
                  <a:lnTo>
                    <a:pt x="2997200" y="1237435"/>
                  </a:lnTo>
                  <a:lnTo>
                    <a:pt x="3022600" y="1237435"/>
                  </a:lnTo>
                  <a:close/>
                  <a:moveTo>
                    <a:pt x="2971800" y="1237435"/>
                  </a:moveTo>
                  <a:lnTo>
                    <a:pt x="2946400" y="1237435"/>
                  </a:lnTo>
                  <a:lnTo>
                    <a:pt x="2971800" y="1237435"/>
                  </a:lnTo>
                  <a:close/>
                  <a:moveTo>
                    <a:pt x="2921000" y="1237435"/>
                  </a:moveTo>
                  <a:lnTo>
                    <a:pt x="2895600" y="1237435"/>
                  </a:lnTo>
                  <a:lnTo>
                    <a:pt x="2921000" y="1237435"/>
                  </a:lnTo>
                  <a:close/>
                  <a:moveTo>
                    <a:pt x="2870200" y="1237435"/>
                  </a:moveTo>
                  <a:lnTo>
                    <a:pt x="2844800" y="1237435"/>
                  </a:lnTo>
                  <a:lnTo>
                    <a:pt x="2870200" y="1237435"/>
                  </a:lnTo>
                  <a:close/>
                  <a:moveTo>
                    <a:pt x="2819400" y="1237435"/>
                  </a:moveTo>
                  <a:lnTo>
                    <a:pt x="2794000" y="1237435"/>
                  </a:lnTo>
                  <a:lnTo>
                    <a:pt x="2819400" y="1237435"/>
                  </a:lnTo>
                  <a:close/>
                  <a:moveTo>
                    <a:pt x="2768600" y="1237435"/>
                  </a:moveTo>
                  <a:lnTo>
                    <a:pt x="2743200" y="1237435"/>
                  </a:lnTo>
                  <a:lnTo>
                    <a:pt x="2768600" y="1237435"/>
                  </a:lnTo>
                  <a:close/>
                  <a:moveTo>
                    <a:pt x="2717800" y="1237435"/>
                  </a:moveTo>
                  <a:lnTo>
                    <a:pt x="2692400" y="1237435"/>
                  </a:lnTo>
                  <a:lnTo>
                    <a:pt x="2717800" y="1237435"/>
                  </a:lnTo>
                  <a:close/>
                  <a:moveTo>
                    <a:pt x="2667000" y="1237435"/>
                  </a:moveTo>
                  <a:lnTo>
                    <a:pt x="2641600" y="1237435"/>
                  </a:lnTo>
                  <a:lnTo>
                    <a:pt x="2667000" y="1237435"/>
                  </a:lnTo>
                  <a:close/>
                  <a:moveTo>
                    <a:pt x="2616200" y="1237435"/>
                  </a:moveTo>
                  <a:lnTo>
                    <a:pt x="2590800" y="1237435"/>
                  </a:lnTo>
                  <a:lnTo>
                    <a:pt x="2616200" y="1237435"/>
                  </a:lnTo>
                  <a:close/>
                  <a:moveTo>
                    <a:pt x="2565400" y="1237435"/>
                  </a:moveTo>
                  <a:lnTo>
                    <a:pt x="2540000" y="1237435"/>
                  </a:lnTo>
                  <a:lnTo>
                    <a:pt x="2565400" y="1237435"/>
                  </a:lnTo>
                  <a:close/>
                  <a:moveTo>
                    <a:pt x="2514600" y="1237435"/>
                  </a:moveTo>
                  <a:lnTo>
                    <a:pt x="2489200" y="1237435"/>
                  </a:lnTo>
                  <a:lnTo>
                    <a:pt x="2514600" y="1237435"/>
                  </a:lnTo>
                  <a:close/>
                  <a:moveTo>
                    <a:pt x="2463800" y="1237435"/>
                  </a:moveTo>
                  <a:lnTo>
                    <a:pt x="2438400" y="1237435"/>
                  </a:lnTo>
                  <a:lnTo>
                    <a:pt x="2463800" y="1237435"/>
                  </a:lnTo>
                  <a:close/>
                  <a:moveTo>
                    <a:pt x="2413000" y="1237435"/>
                  </a:moveTo>
                  <a:lnTo>
                    <a:pt x="2387600" y="1237435"/>
                  </a:lnTo>
                  <a:lnTo>
                    <a:pt x="2413000" y="1237435"/>
                  </a:lnTo>
                  <a:close/>
                  <a:moveTo>
                    <a:pt x="2362200" y="1237435"/>
                  </a:moveTo>
                  <a:lnTo>
                    <a:pt x="2336800" y="1237435"/>
                  </a:lnTo>
                  <a:lnTo>
                    <a:pt x="2362200" y="1237435"/>
                  </a:lnTo>
                  <a:close/>
                  <a:moveTo>
                    <a:pt x="2311400" y="1237435"/>
                  </a:moveTo>
                  <a:lnTo>
                    <a:pt x="2286000" y="1237435"/>
                  </a:lnTo>
                  <a:lnTo>
                    <a:pt x="2311400" y="1237435"/>
                  </a:lnTo>
                  <a:close/>
                  <a:moveTo>
                    <a:pt x="2260600" y="1237435"/>
                  </a:moveTo>
                  <a:lnTo>
                    <a:pt x="2235200" y="1237435"/>
                  </a:lnTo>
                  <a:lnTo>
                    <a:pt x="2260600" y="1237435"/>
                  </a:lnTo>
                  <a:close/>
                  <a:moveTo>
                    <a:pt x="2209800" y="1237435"/>
                  </a:moveTo>
                  <a:lnTo>
                    <a:pt x="2184400" y="1237435"/>
                  </a:lnTo>
                  <a:lnTo>
                    <a:pt x="2209800" y="1237435"/>
                  </a:lnTo>
                  <a:close/>
                  <a:moveTo>
                    <a:pt x="2159000" y="1237435"/>
                  </a:moveTo>
                  <a:lnTo>
                    <a:pt x="2133600" y="1237435"/>
                  </a:lnTo>
                  <a:lnTo>
                    <a:pt x="2159000" y="1237435"/>
                  </a:lnTo>
                  <a:close/>
                  <a:moveTo>
                    <a:pt x="2108200" y="1237435"/>
                  </a:moveTo>
                  <a:lnTo>
                    <a:pt x="2082800" y="1237435"/>
                  </a:lnTo>
                  <a:lnTo>
                    <a:pt x="2108200" y="1237435"/>
                  </a:lnTo>
                  <a:close/>
                  <a:moveTo>
                    <a:pt x="2057400" y="1237435"/>
                  </a:moveTo>
                  <a:lnTo>
                    <a:pt x="2032000" y="1237435"/>
                  </a:lnTo>
                  <a:lnTo>
                    <a:pt x="2057400" y="1237435"/>
                  </a:lnTo>
                  <a:close/>
                  <a:moveTo>
                    <a:pt x="2006600" y="1237435"/>
                  </a:moveTo>
                  <a:lnTo>
                    <a:pt x="1981200" y="1237435"/>
                  </a:lnTo>
                  <a:lnTo>
                    <a:pt x="2006600" y="1237435"/>
                  </a:lnTo>
                  <a:close/>
                  <a:moveTo>
                    <a:pt x="1955800" y="1237435"/>
                  </a:moveTo>
                  <a:lnTo>
                    <a:pt x="1930400" y="1237435"/>
                  </a:lnTo>
                  <a:lnTo>
                    <a:pt x="1955800" y="1237435"/>
                  </a:lnTo>
                  <a:close/>
                  <a:moveTo>
                    <a:pt x="1905000" y="1237435"/>
                  </a:moveTo>
                  <a:lnTo>
                    <a:pt x="1879600" y="1237435"/>
                  </a:lnTo>
                  <a:lnTo>
                    <a:pt x="1905000" y="1237435"/>
                  </a:lnTo>
                  <a:close/>
                  <a:moveTo>
                    <a:pt x="1854200" y="1237435"/>
                  </a:moveTo>
                  <a:lnTo>
                    <a:pt x="1828800" y="1237435"/>
                  </a:lnTo>
                  <a:lnTo>
                    <a:pt x="1854200" y="1237435"/>
                  </a:lnTo>
                  <a:close/>
                  <a:moveTo>
                    <a:pt x="1803400" y="1237435"/>
                  </a:moveTo>
                  <a:lnTo>
                    <a:pt x="1778000" y="1237435"/>
                  </a:lnTo>
                  <a:lnTo>
                    <a:pt x="1803400" y="1237435"/>
                  </a:lnTo>
                  <a:close/>
                  <a:moveTo>
                    <a:pt x="1752600" y="1237435"/>
                  </a:moveTo>
                  <a:lnTo>
                    <a:pt x="1727200" y="1237435"/>
                  </a:lnTo>
                  <a:lnTo>
                    <a:pt x="1752600" y="1237435"/>
                  </a:lnTo>
                  <a:close/>
                  <a:moveTo>
                    <a:pt x="1701800" y="1237435"/>
                  </a:moveTo>
                  <a:lnTo>
                    <a:pt x="1676400" y="1237435"/>
                  </a:lnTo>
                  <a:lnTo>
                    <a:pt x="1701800" y="1237435"/>
                  </a:lnTo>
                  <a:close/>
                  <a:moveTo>
                    <a:pt x="1651000" y="1237435"/>
                  </a:moveTo>
                  <a:lnTo>
                    <a:pt x="1625600" y="1237435"/>
                  </a:lnTo>
                  <a:lnTo>
                    <a:pt x="1651000" y="1237435"/>
                  </a:lnTo>
                  <a:close/>
                  <a:moveTo>
                    <a:pt x="1600200" y="1237435"/>
                  </a:moveTo>
                  <a:lnTo>
                    <a:pt x="1574800" y="1237435"/>
                  </a:lnTo>
                  <a:lnTo>
                    <a:pt x="1600200" y="1237435"/>
                  </a:lnTo>
                  <a:close/>
                  <a:moveTo>
                    <a:pt x="1549400" y="1237435"/>
                  </a:moveTo>
                  <a:lnTo>
                    <a:pt x="1524000" y="1237435"/>
                  </a:lnTo>
                  <a:lnTo>
                    <a:pt x="1549400" y="1237435"/>
                  </a:lnTo>
                  <a:close/>
                  <a:moveTo>
                    <a:pt x="1498600" y="1237435"/>
                  </a:moveTo>
                  <a:lnTo>
                    <a:pt x="1473200" y="1237435"/>
                  </a:lnTo>
                  <a:lnTo>
                    <a:pt x="1498600" y="1237435"/>
                  </a:lnTo>
                  <a:close/>
                  <a:moveTo>
                    <a:pt x="1447800" y="1237435"/>
                  </a:moveTo>
                  <a:lnTo>
                    <a:pt x="1422400" y="1237435"/>
                  </a:lnTo>
                  <a:lnTo>
                    <a:pt x="1447800" y="1237435"/>
                  </a:lnTo>
                  <a:close/>
                  <a:moveTo>
                    <a:pt x="1397000" y="1237435"/>
                  </a:moveTo>
                  <a:lnTo>
                    <a:pt x="1371600" y="1237435"/>
                  </a:lnTo>
                  <a:lnTo>
                    <a:pt x="1397000" y="1237435"/>
                  </a:lnTo>
                  <a:close/>
                  <a:moveTo>
                    <a:pt x="1346200" y="1237435"/>
                  </a:moveTo>
                  <a:lnTo>
                    <a:pt x="1320800" y="1237435"/>
                  </a:lnTo>
                  <a:lnTo>
                    <a:pt x="1346200" y="1237435"/>
                  </a:lnTo>
                  <a:close/>
                  <a:moveTo>
                    <a:pt x="1295400" y="1237435"/>
                  </a:moveTo>
                  <a:lnTo>
                    <a:pt x="1270000" y="1237435"/>
                  </a:lnTo>
                  <a:lnTo>
                    <a:pt x="1295400" y="1237435"/>
                  </a:lnTo>
                  <a:close/>
                  <a:moveTo>
                    <a:pt x="1244600" y="1237435"/>
                  </a:moveTo>
                  <a:lnTo>
                    <a:pt x="1219200" y="1237435"/>
                  </a:lnTo>
                  <a:lnTo>
                    <a:pt x="1244600" y="1237435"/>
                  </a:lnTo>
                  <a:close/>
                  <a:moveTo>
                    <a:pt x="1193800" y="1237435"/>
                  </a:moveTo>
                  <a:lnTo>
                    <a:pt x="1168400" y="1237435"/>
                  </a:lnTo>
                  <a:lnTo>
                    <a:pt x="1193800" y="1237435"/>
                  </a:lnTo>
                  <a:close/>
                  <a:moveTo>
                    <a:pt x="1143000" y="1237435"/>
                  </a:moveTo>
                  <a:lnTo>
                    <a:pt x="1117600" y="1237435"/>
                  </a:lnTo>
                  <a:lnTo>
                    <a:pt x="1143000" y="1237435"/>
                  </a:lnTo>
                  <a:close/>
                  <a:moveTo>
                    <a:pt x="1092200" y="1237435"/>
                  </a:moveTo>
                  <a:lnTo>
                    <a:pt x="1066800" y="1237435"/>
                  </a:lnTo>
                  <a:lnTo>
                    <a:pt x="1092200" y="1237435"/>
                  </a:lnTo>
                  <a:close/>
                  <a:moveTo>
                    <a:pt x="1041400" y="1237435"/>
                  </a:moveTo>
                  <a:lnTo>
                    <a:pt x="1016000" y="1237435"/>
                  </a:lnTo>
                  <a:lnTo>
                    <a:pt x="1041400" y="1237435"/>
                  </a:lnTo>
                  <a:close/>
                  <a:moveTo>
                    <a:pt x="990600" y="1237435"/>
                  </a:moveTo>
                  <a:lnTo>
                    <a:pt x="965200" y="1237435"/>
                  </a:lnTo>
                  <a:lnTo>
                    <a:pt x="990600" y="1237435"/>
                  </a:lnTo>
                  <a:close/>
                  <a:moveTo>
                    <a:pt x="939800" y="1237435"/>
                  </a:moveTo>
                  <a:lnTo>
                    <a:pt x="914400" y="1237435"/>
                  </a:lnTo>
                  <a:lnTo>
                    <a:pt x="939800" y="1237435"/>
                  </a:lnTo>
                  <a:close/>
                  <a:moveTo>
                    <a:pt x="889000" y="1237435"/>
                  </a:moveTo>
                  <a:lnTo>
                    <a:pt x="863600" y="1237435"/>
                  </a:lnTo>
                  <a:lnTo>
                    <a:pt x="889000" y="1237435"/>
                  </a:lnTo>
                  <a:close/>
                  <a:moveTo>
                    <a:pt x="838200" y="1237435"/>
                  </a:moveTo>
                  <a:lnTo>
                    <a:pt x="812800" y="1237435"/>
                  </a:lnTo>
                  <a:lnTo>
                    <a:pt x="838200" y="1237435"/>
                  </a:lnTo>
                  <a:close/>
                  <a:moveTo>
                    <a:pt x="787400" y="1237435"/>
                  </a:moveTo>
                  <a:lnTo>
                    <a:pt x="762000" y="1237435"/>
                  </a:lnTo>
                  <a:lnTo>
                    <a:pt x="787400" y="1237435"/>
                  </a:lnTo>
                  <a:close/>
                  <a:moveTo>
                    <a:pt x="736600" y="1237435"/>
                  </a:moveTo>
                  <a:lnTo>
                    <a:pt x="711200" y="1237435"/>
                  </a:lnTo>
                  <a:lnTo>
                    <a:pt x="736600" y="1237435"/>
                  </a:lnTo>
                  <a:close/>
                  <a:moveTo>
                    <a:pt x="685800" y="1237435"/>
                  </a:moveTo>
                  <a:lnTo>
                    <a:pt x="660400" y="1237435"/>
                  </a:lnTo>
                  <a:lnTo>
                    <a:pt x="685800" y="1237435"/>
                  </a:lnTo>
                  <a:close/>
                  <a:moveTo>
                    <a:pt x="635000" y="1237435"/>
                  </a:moveTo>
                  <a:lnTo>
                    <a:pt x="609600" y="1237435"/>
                  </a:lnTo>
                  <a:lnTo>
                    <a:pt x="635000" y="1237435"/>
                  </a:lnTo>
                  <a:close/>
                  <a:moveTo>
                    <a:pt x="584200" y="1237435"/>
                  </a:moveTo>
                  <a:lnTo>
                    <a:pt x="558800" y="1237435"/>
                  </a:lnTo>
                  <a:lnTo>
                    <a:pt x="584200" y="1237435"/>
                  </a:lnTo>
                  <a:close/>
                  <a:moveTo>
                    <a:pt x="533400" y="1237435"/>
                  </a:moveTo>
                  <a:lnTo>
                    <a:pt x="508000" y="1237435"/>
                  </a:lnTo>
                  <a:lnTo>
                    <a:pt x="533400" y="1237435"/>
                  </a:lnTo>
                  <a:close/>
                  <a:moveTo>
                    <a:pt x="482600" y="1237435"/>
                  </a:moveTo>
                  <a:lnTo>
                    <a:pt x="457200" y="1237435"/>
                  </a:lnTo>
                  <a:lnTo>
                    <a:pt x="482600" y="1237435"/>
                  </a:lnTo>
                  <a:close/>
                  <a:moveTo>
                    <a:pt x="431800" y="1237435"/>
                  </a:moveTo>
                  <a:lnTo>
                    <a:pt x="406400" y="1237435"/>
                  </a:lnTo>
                  <a:lnTo>
                    <a:pt x="431800" y="1237435"/>
                  </a:lnTo>
                  <a:close/>
                  <a:moveTo>
                    <a:pt x="381000" y="1237435"/>
                  </a:moveTo>
                  <a:lnTo>
                    <a:pt x="355600" y="1237435"/>
                  </a:lnTo>
                  <a:lnTo>
                    <a:pt x="381000" y="1237435"/>
                  </a:lnTo>
                  <a:close/>
                  <a:moveTo>
                    <a:pt x="330200" y="1237435"/>
                  </a:moveTo>
                  <a:lnTo>
                    <a:pt x="304800" y="1237435"/>
                  </a:lnTo>
                  <a:lnTo>
                    <a:pt x="330200" y="1237435"/>
                  </a:lnTo>
                  <a:close/>
                  <a:moveTo>
                    <a:pt x="279400" y="1237435"/>
                  </a:moveTo>
                  <a:lnTo>
                    <a:pt x="254000" y="1237435"/>
                  </a:lnTo>
                  <a:lnTo>
                    <a:pt x="279400" y="1237435"/>
                  </a:lnTo>
                  <a:close/>
                  <a:moveTo>
                    <a:pt x="228600" y="1237435"/>
                  </a:moveTo>
                  <a:lnTo>
                    <a:pt x="203200" y="1237435"/>
                  </a:lnTo>
                  <a:lnTo>
                    <a:pt x="228600" y="1237435"/>
                  </a:lnTo>
                  <a:close/>
                  <a:moveTo>
                    <a:pt x="177800" y="1237435"/>
                  </a:moveTo>
                  <a:lnTo>
                    <a:pt x="152400" y="1237435"/>
                  </a:lnTo>
                  <a:lnTo>
                    <a:pt x="177800" y="1237435"/>
                  </a:lnTo>
                  <a:close/>
                  <a:moveTo>
                    <a:pt x="127000" y="1237435"/>
                  </a:moveTo>
                  <a:lnTo>
                    <a:pt x="101600" y="1237435"/>
                  </a:lnTo>
                  <a:lnTo>
                    <a:pt x="127000" y="1237435"/>
                  </a:lnTo>
                  <a:close/>
                  <a:moveTo>
                    <a:pt x="76200" y="1237435"/>
                  </a:moveTo>
                  <a:lnTo>
                    <a:pt x="50800" y="1237435"/>
                  </a:lnTo>
                  <a:lnTo>
                    <a:pt x="76200" y="1237435"/>
                  </a:lnTo>
                  <a:close/>
                  <a:moveTo>
                    <a:pt x="25400" y="1237435"/>
                  </a:moveTo>
                  <a:lnTo>
                    <a:pt x="0" y="1237435"/>
                  </a:lnTo>
                  <a:lnTo>
                    <a:pt x="25400" y="1237435"/>
                  </a:lnTo>
                  <a:close/>
                  <a:moveTo>
                    <a:pt x="95504" y="1221111"/>
                  </a:moveTo>
                  <a:lnTo>
                    <a:pt x="95504" y="1194783"/>
                  </a:lnTo>
                  <a:lnTo>
                    <a:pt x="100076" y="1194783"/>
                  </a:lnTo>
                  <a:lnTo>
                    <a:pt x="100076" y="1221111"/>
                  </a:lnTo>
                  <a:close/>
                  <a:moveTo>
                    <a:pt x="100076" y="1168454"/>
                  </a:moveTo>
                  <a:lnTo>
                    <a:pt x="100076" y="1142126"/>
                  </a:lnTo>
                  <a:lnTo>
                    <a:pt x="100076" y="1168454"/>
                  </a:lnTo>
                  <a:close/>
                  <a:moveTo>
                    <a:pt x="100076" y="1115797"/>
                  </a:moveTo>
                  <a:lnTo>
                    <a:pt x="100076" y="1089469"/>
                  </a:lnTo>
                  <a:lnTo>
                    <a:pt x="100076" y="1115797"/>
                  </a:lnTo>
                  <a:close/>
                  <a:moveTo>
                    <a:pt x="100076" y="1063141"/>
                  </a:moveTo>
                  <a:lnTo>
                    <a:pt x="100076" y="1036812"/>
                  </a:lnTo>
                  <a:lnTo>
                    <a:pt x="100076" y="1063141"/>
                  </a:lnTo>
                  <a:close/>
                  <a:moveTo>
                    <a:pt x="100076" y="1010484"/>
                  </a:moveTo>
                  <a:lnTo>
                    <a:pt x="100076" y="984156"/>
                  </a:lnTo>
                  <a:lnTo>
                    <a:pt x="100076" y="1010484"/>
                  </a:lnTo>
                  <a:close/>
                  <a:moveTo>
                    <a:pt x="100076" y="957827"/>
                  </a:moveTo>
                  <a:lnTo>
                    <a:pt x="100076" y="931499"/>
                  </a:lnTo>
                  <a:lnTo>
                    <a:pt x="100076" y="957827"/>
                  </a:lnTo>
                  <a:close/>
                  <a:moveTo>
                    <a:pt x="100076" y="905170"/>
                  </a:moveTo>
                  <a:lnTo>
                    <a:pt x="100076" y="878842"/>
                  </a:lnTo>
                  <a:lnTo>
                    <a:pt x="100076" y="905170"/>
                  </a:lnTo>
                  <a:close/>
                  <a:moveTo>
                    <a:pt x="100076" y="852514"/>
                  </a:moveTo>
                  <a:lnTo>
                    <a:pt x="100076" y="826185"/>
                  </a:lnTo>
                  <a:lnTo>
                    <a:pt x="100076" y="852514"/>
                  </a:lnTo>
                  <a:close/>
                  <a:moveTo>
                    <a:pt x="100076" y="799857"/>
                  </a:moveTo>
                  <a:lnTo>
                    <a:pt x="100076" y="773528"/>
                  </a:lnTo>
                  <a:lnTo>
                    <a:pt x="100076" y="799857"/>
                  </a:lnTo>
                  <a:close/>
                  <a:moveTo>
                    <a:pt x="100076" y="747200"/>
                  </a:moveTo>
                  <a:lnTo>
                    <a:pt x="100076" y="720872"/>
                  </a:lnTo>
                  <a:lnTo>
                    <a:pt x="100076" y="747200"/>
                  </a:lnTo>
                  <a:close/>
                  <a:moveTo>
                    <a:pt x="100076" y="694543"/>
                  </a:moveTo>
                  <a:lnTo>
                    <a:pt x="100076" y="668215"/>
                  </a:lnTo>
                  <a:lnTo>
                    <a:pt x="100076" y="694543"/>
                  </a:lnTo>
                  <a:close/>
                  <a:moveTo>
                    <a:pt x="100076" y="641886"/>
                  </a:moveTo>
                  <a:lnTo>
                    <a:pt x="100076" y="615558"/>
                  </a:lnTo>
                  <a:lnTo>
                    <a:pt x="100076" y="641886"/>
                  </a:lnTo>
                  <a:close/>
                  <a:moveTo>
                    <a:pt x="100076" y="589230"/>
                  </a:moveTo>
                  <a:lnTo>
                    <a:pt x="100076" y="562901"/>
                  </a:lnTo>
                  <a:lnTo>
                    <a:pt x="100076" y="589230"/>
                  </a:lnTo>
                  <a:close/>
                  <a:moveTo>
                    <a:pt x="100076" y="536573"/>
                  </a:moveTo>
                  <a:lnTo>
                    <a:pt x="100076" y="510244"/>
                  </a:lnTo>
                  <a:lnTo>
                    <a:pt x="100076" y="536573"/>
                  </a:lnTo>
                  <a:close/>
                  <a:moveTo>
                    <a:pt x="100076" y="483916"/>
                  </a:moveTo>
                  <a:lnTo>
                    <a:pt x="100076" y="457588"/>
                  </a:lnTo>
                  <a:lnTo>
                    <a:pt x="100076" y="483916"/>
                  </a:lnTo>
                  <a:close/>
                  <a:moveTo>
                    <a:pt x="100076" y="431259"/>
                  </a:moveTo>
                  <a:lnTo>
                    <a:pt x="100076" y="404931"/>
                  </a:lnTo>
                  <a:lnTo>
                    <a:pt x="100076" y="431259"/>
                  </a:lnTo>
                  <a:close/>
                  <a:moveTo>
                    <a:pt x="100076" y="378602"/>
                  </a:moveTo>
                  <a:lnTo>
                    <a:pt x="100076" y="352274"/>
                  </a:lnTo>
                  <a:lnTo>
                    <a:pt x="100076" y="378602"/>
                  </a:lnTo>
                  <a:close/>
                  <a:moveTo>
                    <a:pt x="100076" y="325946"/>
                  </a:moveTo>
                  <a:lnTo>
                    <a:pt x="100076" y="299617"/>
                  </a:lnTo>
                  <a:lnTo>
                    <a:pt x="100076" y="325946"/>
                  </a:lnTo>
                  <a:close/>
                  <a:moveTo>
                    <a:pt x="100076" y="273289"/>
                  </a:moveTo>
                  <a:lnTo>
                    <a:pt x="100076" y="246960"/>
                  </a:lnTo>
                  <a:lnTo>
                    <a:pt x="100076" y="273289"/>
                  </a:lnTo>
                  <a:close/>
                  <a:moveTo>
                    <a:pt x="100076" y="220632"/>
                  </a:moveTo>
                  <a:lnTo>
                    <a:pt x="100076" y="194304"/>
                  </a:lnTo>
                  <a:lnTo>
                    <a:pt x="100076" y="220632"/>
                  </a:lnTo>
                  <a:close/>
                  <a:moveTo>
                    <a:pt x="100076" y="167975"/>
                  </a:moveTo>
                  <a:lnTo>
                    <a:pt x="100076" y="141647"/>
                  </a:lnTo>
                  <a:lnTo>
                    <a:pt x="100076" y="167975"/>
                  </a:lnTo>
                  <a:close/>
                  <a:moveTo>
                    <a:pt x="100076" y="115318"/>
                  </a:moveTo>
                  <a:lnTo>
                    <a:pt x="100076" y="88990"/>
                  </a:lnTo>
                  <a:lnTo>
                    <a:pt x="100076" y="115318"/>
                  </a:lnTo>
                  <a:close/>
                  <a:moveTo>
                    <a:pt x="100076" y="62662"/>
                  </a:moveTo>
                  <a:lnTo>
                    <a:pt x="100076" y="36333"/>
                  </a:lnTo>
                  <a:lnTo>
                    <a:pt x="100076" y="62662"/>
                  </a:lnTo>
                  <a:close/>
                  <a:moveTo>
                    <a:pt x="100076" y="10005"/>
                  </a:moveTo>
                  <a:lnTo>
                    <a:pt x="100076" y="2370"/>
                  </a:lnTo>
                  <a:cubicBezTo>
                    <a:pt x="95504" y="1053"/>
                    <a:pt x="96520" y="0"/>
                    <a:pt x="97790" y="0"/>
                  </a:cubicBezTo>
                  <a:lnTo>
                    <a:pt x="123190" y="0"/>
                  </a:lnTo>
                  <a:lnTo>
                    <a:pt x="123190" y="4739"/>
                  </a:lnTo>
                  <a:lnTo>
                    <a:pt x="97790" y="4739"/>
                  </a:lnTo>
                  <a:lnTo>
                    <a:pt x="97790" y="2370"/>
                  </a:lnTo>
                  <a:lnTo>
                    <a:pt x="100076" y="2370"/>
                  </a:lnTo>
                  <a:lnTo>
                    <a:pt x="100076" y="10005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919791" cy="128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C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76327" y="1882044"/>
            <a:ext cx="13135345" cy="3837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054" indent="-212527" lvl="1">
              <a:lnSpc>
                <a:spcPts val="2756"/>
              </a:lnSpc>
              <a:buAutoNum type="arabicPeriod" startAt="1"/>
            </a:pPr>
            <a:r>
              <a:rPr lang="en-US" sz="19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Norouzza</a:t>
            </a:r>
            <a:r>
              <a:rPr lang="en-US" sz="19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deh, M. S. et al. (2018). "Automatically identifying, counting, and describing wild animals in camera-trap images with deep learning." Proceedings of the National Academy of Sciences (PNAS), 115(25).</a:t>
            </a:r>
          </a:p>
          <a:p>
            <a:pPr algn="l" marL="425054" indent="-212527" lvl="1">
              <a:lnSpc>
                <a:spcPts val="2756"/>
              </a:lnSpc>
              <a:buAutoNum type="arabicPeriod" startAt="1"/>
            </a:pPr>
            <a:r>
              <a:rPr lang="en-US" sz="19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Lin, C. et al. (2023). "An AI-based Wild Animal Detection System and Its Application." Biodiversity Data Journal, 11, e108343.</a:t>
            </a:r>
          </a:p>
          <a:p>
            <a:pPr algn="l" marL="425054" indent="-212527" lvl="1">
              <a:lnSpc>
                <a:spcPts val="2756"/>
              </a:lnSpc>
              <a:buAutoNum type="arabicPeriod" startAt="1"/>
            </a:pPr>
            <a:r>
              <a:rPr lang="en-US" sz="19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MDPI Electronics Team. (2025). "Real-Time Farm Surveillance Using IoT and YOLOv8 for Animal Intrusion Detection." Electronics, 17(2).</a:t>
            </a:r>
          </a:p>
          <a:p>
            <a:pPr algn="l" marL="425054" indent="-212527" lvl="1">
              <a:lnSpc>
                <a:spcPts val="2756"/>
              </a:lnSpc>
              <a:buAutoNum type="arabicPeriod" startAt="1"/>
            </a:pPr>
            <a:r>
              <a:rPr lang="en-US" sz="19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Team. (2023). "Real-Time Tracking of Wildlife with IoT Solutions in Movement Ecology." ResearchGate Publication.</a:t>
            </a:r>
          </a:p>
          <a:p>
            <a:pPr algn="l" marL="425054" indent="-212527" lvl="1">
              <a:lnSpc>
                <a:spcPts val="2756"/>
              </a:lnSpc>
              <a:buAutoNum type="arabicPeriod" startAt="1"/>
            </a:pPr>
            <a:r>
              <a:rPr lang="en-US" sz="19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MDPI Animals Team. (2025). "YOLO-WildASM: An Object Detection Algorithm for Protected Wildlife." Animals, 15(18).</a:t>
            </a:r>
          </a:p>
          <a:p>
            <a:pPr algn="l" marL="425054" indent="-212527" lvl="1">
              <a:lnSpc>
                <a:spcPts val="2756"/>
              </a:lnSpc>
              <a:buAutoNum type="arabicPeriod" startAt="1"/>
            </a:pPr>
            <a:r>
              <a:rPr lang="en-US" sz="19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Ecological Metrics Group. (2024). "Deep learning-based ecological analysis of camera trap images is impacted by training data quality." Nature Ecology &amp; Evolution.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3405" y="366708"/>
            <a:ext cx="3988594" cy="731044"/>
            <a:chOff x="0" y="0"/>
            <a:chExt cx="3781778" cy="6931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81806" cy="693166"/>
            </a:xfrm>
            <a:custGeom>
              <a:avLst/>
              <a:gdLst/>
              <a:ahLst/>
              <a:cxnLst/>
              <a:rect r="r" b="b" t="t" l="l"/>
              <a:pathLst>
                <a:path h="693166" w="3781806">
                  <a:moveTo>
                    <a:pt x="0" y="0"/>
                  </a:moveTo>
                  <a:lnTo>
                    <a:pt x="3781806" y="0"/>
                  </a:lnTo>
                  <a:lnTo>
                    <a:pt x="3781806" y="693166"/>
                  </a:lnTo>
                  <a:lnTo>
                    <a:pt x="0" y="6931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54610" t="-39061" r="-110" b="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657032" y="279648"/>
            <a:ext cx="3326130" cy="1045845"/>
          </a:xfrm>
          <a:custGeom>
            <a:avLst/>
            <a:gdLst/>
            <a:ahLst/>
            <a:cxnLst/>
            <a:rect r="r" b="b" t="t" l="l"/>
            <a:pathLst>
              <a:path h="1045845" w="3326130">
                <a:moveTo>
                  <a:pt x="0" y="0"/>
                </a:moveTo>
                <a:lnTo>
                  <a:pt x="3326130" y="0"/>
                </a:lnTo>
                <a:lnTo>
                  <a:pt x="3326130" y="1045845"/>
                </a:lnTo>
                <a:lnTo>
                  <a:pt x="0" y="1045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28" t="-33845" r="-141392" b="-4267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61714" y="4246268"/>
            <a:ext cx="9964573" cy="173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24"/>
              </a:lnSpc>
            </a:pPr>
            <a:r>
              <a:rPr lang="en-US" sz="10853" b="true">
                <a:solidFill>
                  <a:srgbClr val="C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DAG6Qip2ECg</dc:identifier>
  <dcterms:modified xsi:type="dcterms:W3CDTF">2011-08-01T06:04:30Z</dcterms:modified>
  <cp:revision>1</cp:revision>
  <dc:title>Cloud EL 5th Sem</dc:title>
</cp:coreProperties>
</file>